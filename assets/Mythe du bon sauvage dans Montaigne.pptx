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embeddedFontLst>
    <p:embeddedFont>
      <p:font typeface="Amatic SC"/>
      <p:regular r:id="rId22"/>
      <p:bold r:id="rId23"/>
    </p:embeddedFont>
    <p:embeddedFont>
      <p:font typeface="Libre Baskerville"/>
      <p:regular r:id="rId24"/>
      <p:bold r:id="rId25"/>
      <p:italic r:id="rId26"/>
      <p:boldItalic r:id="rId27"/>
    </p:embeddedFont>
    <p:embeddedFont>
      <p:font typeface="Cinzel"/>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AmaticSC-regular.fntdata"/><Relationship Id="rId21" Type="http://schemas.openxmlformats.org/officeDocument/2006/relationships/slide" Target="slides/slide17.xml"/><Relationship Id="rId24" Type="http://schemas.openxmlformats.org/officeDocument/2006/relationships/font" Target="fonts/LibreBaskerville-regular.fntdata"/><Relationship Id="rId23" Type="http://schemas.openxmlformats.org/officeDocument/2006/relationships/font" Target="fonts/AmaticSC-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ibreBaskerville-italic.fntdata"/><Relationship Id="rId25" Type="http://schemas.openxmlformats.org/officeDocument/2006/relationships/font" Target="fonts/LibreBaskerville-bold.fntdata"/><Relationship Id="rId28" Type="http://schemas.openxmlformats.org/officeDocument/2006/relationships/font" Target="fonts/Cinzel-regular.fntdata"/><Relationship Id="rId27" Type="http://schemas.openxmlformats.org/officeDocument/2006/relationships/font" Target="fonts/LibreBaskerville-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Cinzel-bold.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5f391192_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5f391192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5f391192_0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5f391192_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7e531a7a402abfa6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7e531a7a402abfa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58b0b3151f21c519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58b0b3151f21c5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7e531a7a402abfa6_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7e531a7a402abfa6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58b0b3151f21c519_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58b0b3151f21c519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7e531a7a402abfa6_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7e531a7a402abfa6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41edcdd45a0f269f_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41edcdd45a0f269f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5385a6486b5ac35a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5385a6486b5ac35a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190c34d6cf42e31_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190c34d6cf42e3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643b0d5a55dee28b_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643b0d5a55dee28b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4e5c6e007b221f9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4e5c6e007b221f9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2294b92618d3185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2294b92618d318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767768e3bd3adf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767768e3bd3adf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4e5c6e007b221f9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4e5c6e007b221f9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5f391192_0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5f391192_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2798700" y="1991850"/>
            <a:ext cx="3546600" cy="11598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403228"/>
              </a:buClr>
              <a:buSzPts val="3600"/>
              <a:buNone/>
              <a:defRPr sz="3600">
                <a:solidFill>
                  <a:srgbClr val="403228"/>
                </a:solidFill>
              </a:defRPr>
            </a:lvl1pPr>
            <a:lvl2pPr lvl="1" algn="ctr">
              <a:spcBef>
                <a:spcPts val="0"/>
              </a:spcBef>
              <a:spcAft>
                <a:spcPts val="0"/>
              </a:spcAft>
              <a:buClr>
                <a:srgbClr val="403228"/>
              </a:buClr>
              <a:buSzPts val="3600"/>
              <a:buNone/>
              <a:defRPr sz="3600">
                <a:solidFill>
                  <a:srgbClr val="403228"/>
                </a:solidFill>
              </a:defRPr>
            </a:lvl2pPr>
            <a:lvl3pPr lvl="2" algn="ctr">
              <a:spcBef>
                <a:spcPts val="0"/>
              </a:spcBef>
              <a:spcAft>
                <a:spcPts val="0"/>
              </a:spcAft>
              <a:buClr>
                <a:srgbClr val="403228"/>
              </a:buClr>
              <a:buSzPts val="3600"/>
              <a:buNone/>
              <a:defRPr sz="3600">
                <a:solidFill>
                  <a:srgbClr val="403228"/>
                </a:solidFill>
              </a:defRPr>
            </a:lvl3pPr>
            <a:lvl4pPr lvl="3" algn="ctr">
              <a:spcBef>
                <a:spcPts val="0"/>
              </a:spcBef>
              <a:spcAft>
                <a:spcPts val="0"/>
              </a:spcAft>
              <a:buClr>
                <a:srgbClr val="403228"/>
              </a:buClr>
              <a:buSzPts val="3600"/>
              <a:buNone/>
              <a:defRPr sz="3600">
                <a:solidFill>
                  <a:srgbClr val="403228"/>
                </a:solidFill>
              </a:defRPr>
            </a:lvl4pPr>
            <a:lvl5pPr lvl="4" algn="ctr">
              <a:spcBef>
                <a:spcPts val="0"/>
              </a:spcBef>
              <a:spcAft>
                <a:spcPts val="0"/>
              </a:spcAft>
              <a:buClr>
                <a:srgbClr val="403228"/>
              </a:buClr>
              <a:buSzPts val="3600"/>
              <a:buNone/>
              <a:defRPr sz="3600">
                <a:solidFill>
                  <a:srgbClr val="403228"/>
                </a:solidFill>
              </a:defRPr>
            </a:lvl5pPr>
            <a:lvl6pPr lvl="5" algn="ctr">
              <a:spcBef>
                <a:spcPts val="0"/>
              </a:spcBef>
              <a:spcAft>
                <a:spcPts val="0"/>
              </a:spcAft>
              <a:buClr>
                <a:srgbClr val="403228"/>
              </a:buClr>
              <a:buSzPts val="3600"/>
              <a:buNone/>
              <a:defRPr sz="3600">
                <a:solidFill>
                  <a:srgbClr val="403228"/>
                </a:solidFill>
              </a:defRPr>
            </a:lvl6pPr>
            <a:lvl7pPr lvl="6" algn="ctr">
              <a:spcBef>
                <a:spcPts val="0"/>
              </a:spcBef>
              <a:spcAft>
                <a:spcPts val="0"/>
              </a:spcAft>
              <a:buClr>
                <a:srgbClr val="403228"/>
              </a:buClr>
              <a:buSzPts val="3600"/>
              <a:buNone/>
              <a:defRPr sz="3600">
                <a:solidFill>
                  <a:srgbClr val="403228"/>
                </a:solidFill>
              </a:defRPr>
            </a:lvl7pPr>
            <a:lvl8pPr lvl="7" algn="ctr">
              <a:spcBef>
                <a:spcPts val="0"/>
              </a:spcBef>
              <a:spcAft>
                <a:spcPts val="0"/>
              </a:spcAft>
              <a:buClr>
                <a:srgbClr val="403228"/>
              </a:buClr>
              <a:buSzPts val="3600"/>
              <a:buNone/>
              <a:defRPr sz="3600">
                <a:solidFill>
                  <a:srgbClr val="403228"/>
                </a:solidFill>
              </a:defRPr>
            </a:lvl8pPr>
            <a:lvl9pPr lvl="8" algn="ctr">
              <a:spcBef>
                <a:spcPts val="0"/>
              </a:spcBef>
              <a:spcAft>
                <a:spcPts val="0"/>
              </a:spcAft>
              <a:buClr>
                <a:srgbClr val="403228"/>
              </a:buClr>
              <a:buSzPts val="3600"/>
              <a:buNone/>
              <a:defRPr sz="3600">
                <a:solidFill>
                  <a:srgbClr val="40322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3"/>
          <p:cNvSpPr/>
          <p:nvPr/>
        </p:nvSpPr>
        <p:spPr>
          <a:xfrm>
            <a:off x="1411350" y="1333000"/>
            <a:ext cx="6321300" cy="2477400"/>
          </a:xfrm>
          <a:prstGeom prst="rect">
            <a:avLst/>
          </a:prstGeom>
          <a:noFill/>
          <a:ln cap="flat" cmpd="sng" w="28575">
            <a:solidFill>
              <a:srgbClr val="403228"/>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3"/>
          <p:cNvSpPr txBox="1"/>
          <p:nvPr>
            <p:ph type="ctrTitle"/>
          </p:nvPr>
        </p:nvSpPr>
        <p:spPr>
          <a:xfrm>
            <a:off x="1513950" y="1583350"/>
            <a:ext cx="61161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b="1"/>
            </a:lvl1pPr>
            <a:lvl2pPr lvl="1" rtl="0" algn="ctr">
              <a:spcBef>
                <a:spcPts val="0"/>
              </a:spcBef>
              <a:spcAft>
                <a:spcPts val="0"/>
              </a:spcAft>
              <a:buSzPts val="2400"/>
              <a:buNone/>
              <a:defRPr b="1"/>
            </a:lvl2pPr>
            <a:lvl3pPr lvl="2" rtl="0" algn="ctr">
              <a:spcBef>
                <a:spcPts val="0"/>
              </a:spcBef>
              <a:spcAft>
                <a:spcPts val="0"/>
              </a:spcAft>
              <a:buSzPts val="2400"/>
              <a:buNone/>
              <a:defRPr b="1"/>
            </a:lvl3pPr>
            <a:lvl4pPr lvl="3" rtl="0" algn="ctr">
              <a:spcBef>
                <a:spcPts val="0"/>
              </a:spcBef>
              <a:spcAft>
                <a:spcPts val="0"/>
              </a:spcAft>
              <a:buSzPts val="2400"/>
              <a:buNone/>
              <a:defRPr b="1"/>
            </a:lvl4pPr>
            <a:lvl5pPr lvl="4" rtl="0" algn="ctr">
              <a:spcBef>
                <a:spcPts val="0"/>
              </a:spcBef>
              <a:spcAft>
                <a:spcPts val="0"/>
              </a:spcAft>
              <a:buSzPts val="2400"/>
              <a:buNone/>
              <a:defRPr b="1"/>
            </a:lvl5pPr>
            <a:lvl6pPr lvl="5" rtl="0" algn="ctr">
              <a:spcBef>
                <a:spcPts val="0"/>
              </a:spcBef>
              <a:spcAft>
                <a:spcPts val="0"/>
              </a:spcAft>
              <a:buSzPts val="2400"/>
              <a:buNone/>
              <a:defRPr b="1"/>
            </a:lvl6pPr>
            <a:lvl7pPr lvl="6" rtl="0" algn="ctr">
              <a:spcBef>
                <a:spcPts val="0"/>
              </a:spcBef>
              <a:spcAft>
                <a:spcPts val="0"/>
              </a:spcAft>
              <a:buSzPts val="2400"/>
              <a:buNone/>
              <a:defRPr b="1"/>
            </a:lvl7pPr>
            <a:lvl8pPr lvl="7" rtl="0" algn="ctr">
              <a:spcBef>
                <a:spcPts val="0"/>
              </a:spcBef>
              <a:spcAft>
                <a:spcPts val="0"/>
              </a:spcAft>
              <a:buSzPts val="2400"/>
              <a:buNone/>
              <a:defRPr b="1"/>
            </a:lvl8pPr>
            <a:lvl9pPr lvl="8" rtl="0" algn="ctr">
              <a:spcBef>
                <a:spcPts val="0"/>
              </a:spcBef>
              <a:spcAft>
                <a:spcPts val="0"/>
              </a:spcAft>
              <a:buSzPts val="2400"/>
              <a:buNone/>
              <a:defRPr b="1"/>
            </a:lvl9pPr>
          </a:lstStyle>
          <a:p/>
        </p:txBody>
      </p:sp>
      <p:sp>
        <p:nvSpPr>
          <p:cNvPr id="14" name="Google Shape;14;p3"/>
          <p:cNvSpPr txBox="1"/>
          <p:nvPr>
            <p:ph idx="1" type="subTitle"/>
          </p:nvPr>
        </p:nvSpPr>
        <p:spPr>
          <a:xfrm>
            <a:off x="2919325" y="2687650"/>
            <a:ext cx="33054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403228"/>
              </a:buClr>
              <a:buSzPts val="1600"/>
              <a:buNone/>
              <a:defRPr i="1" sz="1600"/>
            </a:lvl1pPr>
            <a:lvl2pPr lvl="1" rtl="0" algn="ctr">
              <a:spcBef>
                <a:spcPts val="0"/>
              </a:spcBef>
              <a:spcAft>
                <a:spcPts val="0"/>
              </a:spcAft>
              <a:buClr>
                <a:srgbClr val="403228"/>
              </a:buClr>
              <a:buSzPts val="1600"/>
              <a:buNone/>
              <a:defRPr i="1" sz="1600"/>
            </a:lvl2pPr>
            <a:lvl3pPr lvl="2" rtl="0" algn="ctr">
              <a:spcBef>
                <a:spcPts val="0"/>
              </a:spcBef>
              <a:spcAft>
                <a:spcPts val="0"/>
              </a:spcAft>
              <a:buClr>
                <a:srgbClr val="403228"/>
              </a:buClr>
              <a:buSzPts val="1600"/>
              <a:buNone/>
              <a:defRPr i="1" sz="1600"/>
            </a:lvl3pPr>
            <a:lvl4pPr lvl="3" rtl="0" algn="ctr">
              <a:spcBef>
                <a:spcPts val="0"/>
              </a:spcBef>
              <a:spcAft>
                <a:spcPts val="0"/>
              </a:spcAft>
              <a:buClr>
                <a:srgbClr val="403228"/>
              </a:buClr>
              <a:buSzPts val="1600"/>
              <a:buNone/>
              <a:defRPr i="1"/>
            </a:lvl4pPr>
            <a:lvl5pPr lvl="4" rtl="0" algn="ctr">
              <a:spcBef>
                <a:spcPts val="0"/>
              </a:spcBef>
              <a:spcAft>
                <a:spcPts val="0"/>
              </a:spcAft>
              <a:buClr>
                <a:srgbClr val="403228"/>
              </a:buClr>
              <a:buSzPts val="1600"/>
              <a:buNone/>
              <a:defRPr i="1"/>
            </a:lvl5pPr>
            <a:lvl6pPr lvl="5" rtl="0" algn="ctr">
              <a:spcBef>
                <a:spcPts val="0"/>
              </a:spcBef>
              <a:spcAft>
                <a:spcPts val="0"/>
              </a:spcAft>
              <a:buClr>
                <a:srgbClr val="403228"/>
              </a:buClr>
              <a:buSzPts val="1600"/>
              <a:buNone/>
              <a:defRPr i="1"/>
            </a:lvl6pPr>
            <a:lvl7pPr lvl="6" rtl="0" algn="ctr">
              <a:spcBef>
                <a:spcPts val="0"/>
              </a:spcBef>
              <a:spcAft>
                <a:spcPts val="0"/>
              </a:spcAft>
              <a:buSzPts val="1600"/>
              <a:buNone/>
              <a:defRPr i="1"/>
            </a:lvl7pPr>
            <a:lvl8pPr lvl="7" rtl="0" algn="ctr">
              <a:spcBef>
                <a:spcPts val="0"/>
              </a:spcBef>
              <a:spcAft>
                <a:spcPts val="0"/>
              </a:spcAft>
              <a:buSzPts val="1600"/>
              <a:buNone/>
              <a:defRPr i="1"/>
            </a:lvl8pPr>
            <a:lvl9pPr lvl="8" rtl="0" algn="ctr">
              <a:spcBef>
                <a:spcPts val="0"/>
              </a:spcBef>
              <a:spcAft>
                <a:spcPts val="0"/>
              </a:spcAft>
              <a:buSzPts val="1600"/>
              <a:buNone/>
              <a:defRPr i="1"/>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4"/>
          <p:cNvSpPr/>
          <p:nvPr/>
        </p:nvSpPr>
        <p:spPr>
          <a:xfrm>
            <a:off x="1411350" y="720000"/>
            <a:ext cx="6321300" cy="3703500"/>
          </a:xfrm>
          <a:prstGeom prst="rect">
            <a:avLst/>
          </a:prstGeom>
          <a:noFill/>
          <a:ln cap="flat" cmpd="sng" w="28575">
            <a:solidFill>
              <a:srgbClr val="403228"/>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03228"/>
              </a:solidFill>
            </a:endParaRPr>
          </a:p>
        </p:txBody>
      </p:sp>
      <p:sp>
        <p:nvSpPr>
          <p:cNvPr id="17" name="Google Shape;17;p4"/>
          <p:cNvSpPr txBox="1"/>
          <p:nvPr>
            <p:ph idx="1" type="body"/>
          </p:nvPr>
        </p:nvSpPr>
        <p:spPr>
          <a:xfrm>
            <a:off x="2105050" y="720000"/>
            <a:ext cx="4933800" cy="3703500"/>
          </a:xfrm>
          <a:prstGeom prst="rect">
            <a:avLst/>
          </a:prstGeom>
        </p:spPr>
        <p:txBody>
          <a:bodyPr anchorCtr="0" anchor="ctr" bIns="91425" lIns="91425" spcFirstLastPara="1" rIns="91425" wrap="square" tIns="91425">
            <a:noAutofit/>
          </a:bodyPr>
          <a:lstStyle>
            <a:lvl1pPr indent="-381000" lvl="0" marL="457200" rtl="0" algn="ctr">
              <a:spcBef>
                <a:spcPts val="600"/>
              </a:spcBef>
              <a:spcAft>
                <a:spcPts val="0"/>
              </a:spcAft>
              <a:buSzPts val="2400"/>
              <a:buChar char="✣"/>
              <a:defRPr i="1"/>
            </a:lvl1pPr>
            <a:lvl2pPr indent="-355600" lvl="1" marL="914400" rtl="0" algn="ctr">
              <a:spcBef>
                <a:spcPts val="0"/>
              </a:spcBef>
              <a:spcAft>
                <a:spcPts val="0"/>
              </a:spcAft>
              <a:buSzPts val="2000"/>
              <a:buChar char="⨳"/>
              <a:defRPr i="1"/>
            </a:lvl2pPr>
            <a:lvl3pPr indent="-355600" lvl="2" marL="1371600" rtl="0" algn="ctr">
              <a:spcBef>
                <a:spcPts val="0"/>
              </a:spcBef>
              <a:spcAft>
                <a:spcPts val="0"/>
              </a:spcAft>
              <a:buSzPts val="2000"/>
              <a:buChar char="■"/>
              <a:defRPr i="1"/>
            </a:lvl3pPr>
            <a:lvl4pPr indent="-330200" lvl="3" marL="1828800" rtl="0" algn="ctr">
              <a:spcBef>
                <a:spcPts val="0"/>
              </a:spcBef>
              <a:spcAft>
                <a:spcPts val="0"/>
              </a:spcAft>
              <a:buSzPts val="1600"/>
              <a:buChar char="●"/>
              <a:defRPr i="1"/>
            </a:lvl4pPr>
            <a:lvl5pPr indent="-330200" lvl="4" marL="2286000" rtl="0" algn="ctr">
              <a:spcBef>
                <a:spcPts val="0"/>
              </a:spcBef>
              <a:spcAft>
                <a:spcPts val="0"/>
              </a:spcAft>
              <a:buSzPts val="1600"/>
              <a:buChar char="○"/>
              <a:defRPr i="1"/>
            </a:lvl5pPr>
            <a:lvl6pPr indent="-330200" lvl="5" marL="2743200" rtl="0" algn="ctr">
              <a:spcBef>
                <a:spcPts val="0"/>
              </a:spcBef>
              <a:spcAft>
                <a:spcPts val="0"/>
              </a:spcAft>
              <a:buSzPts val="1600"/>
              <a:buChar char="■"/>
              <a:defRPr i="1"/>
            </a:lvl6pPr>
            <a:lvl7pPr indent="-330200" lvl="6" marL="3200400" rtl="0" algn="ctr">
              <a:spcBef>
                <a:spcPts val="0"/>
              </a:spcBef>
              <a:spcAft>
                <a:spcPts val="0"/>
              </a:spcAft>
              <a:buSzPts val="1600"/>
              <a:buChar char="●"/>
              <a:defRPr i="1"/>
            </a:lvl7pPr>
            <a:lvl8pPr indent="-330200" lvl="7" marL="3657600" rtl="0" algn="ctr">
              <a:spcBef>
                <a:spcPts val="0"/>
              </a:spcBef>
              <a:spcAft>
                <a:spcPts val="0"/>
              </a:spcAft>
              <a:buSzPts val="1600"/>
              <a:buChar char="○"/>
              <a:defRPr i="1"/>
            </a:lvl8pPr>
            <a:lvl9pPr indent="-330200" lvl="8" marL="4114800" algn="ctr">
              <a:spcBef>
                <a:spcPts val="0"/>
              </a:spcBef>
              <a:spcAft>
                <a:spcPts val="0"/>
              </a:spcAft>
              <a:buSzPts val="1600"/>
              <a:buChar char="■"/>
              <a:defRPr i="1"/>
            </a:lvl9pPr>
          </a:lstStyle>
          <a:p/>
        </p:txBody>
      </p:sp>
      <p:sp>
        <p:nvSpPr>
          <p:cNvPr id="18" name="Google Shape;18;p4"/>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9" name="Shape 19"/>
        <p:cNvGrpSpPr/>
        <p:nvPr/>
      </p:nvGrpSpPr>
      <p:grpSpPr>
        <a:xfrm>
          <a:off x="0" y="0"/>
          <a:ext cx="0" cy="0"/>
          <a:chOff x="0" y="0"/>
          <a:chExt cx="0" cy="0"/>
        </a:xfrm>
      </p:grpSpPr>
      <p:sp>
        <p:nvSpPr>
          <p:cNvPr id="20" name="Google Shape;20;p5"/>
          <p:cNvSpPr txBox="1"/>
          <p:nvPr>
            <p:ph type="title"/>
          </p:nvPr>
        </p:nvSpPr>
        <p:spPr>
          <a:xfrm>
            <a:off x="1887900" y="434575"/>
            <a:ext cx="5368200" cy="857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1" name="Google Shape;21;p5"/>
          <p:cNvSpPr txBox="1"/>
          <p:nvPr>
            <p:ph idx="1" type="body"/>
          </p:nvPr>
        </p:nvSpPr>
        <p:spPr>
          <a:xfrm>
            <a:off x="1224425" y="1477750"/>
            <a:ext cx="6695100" cy="3448200"/>
          </a:xfrm>
          <a:prstGeom prst="rect">
            <a:avLst/>
          </a:prstGeom>
        </p:spPr>
        <p:txBody>
          <a:bodyPr anchorCtr="0" anchor="t" bIns="91425" lIns="91425" spcFirstLastPara="1" rIns="91425" wrap="square" tIns="91425">
            <a:noAutofit/>
          </a:bodyPr>
          <a:lstStyle>
            <a:lvl1pPr indent="-381000" lvl="0" marL="457200">
              <a:spcBef>
                <a:spcPts val="600"/>
              </a:spcBef>
              <a:spcAft>
                <a:spcPts val="0"/>
              </a:spcAft>
              <a:buSzPts val="2400"/>
              <a:buChar char="✣"/>
              <a:defRPr/>
            </a:lvl1pPr>
            <a:lvl2pPr indent="-355600" lvl="1" marL="914400">
              <a:spcBef>
                <a:spcPts val="0"/>
              </a:spcBef>
              <a:spcAft>
                <a:spcPts val="0"/>
              </a:spcAft>
              <a:buSzPts val="2000"/>
              <a:buChar char="⨳"/>
              <a:defRPr/>
            </a:lvl2pPr>
            <a:lvl3pPr indent="-355600" lvl="2" marL="1371600">
              <a:spcBef>
                <a:spcPts val="0"/>
              </a:spcBef>
              <a:spcAft>
                <a:spcPts val="0"/>
              </a:spcAft>
              <a:buSzPts val="20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cxnSp>
        <p:nvCxnSpPr>
          <p:cNvPr id="22" name="Google Shape;22;p5"/>
          <p:cNvCxnSpPr/>
          <p:nvPr/>
        </p:nvCxnSpPr>
        <p:spPr>
          <a:xfrm>
            <a:off x="4279500" y="1427300"/>
            <a:ext cx="585000" cy="0"/>
          </a:xfrm>
          <a:prstGeom prst="straightConnector1">
            <a:avLst/>
          </a:prstGeom>
          <a:noFill/>
          <a:ln cap="flat" cmpd="sng" w="28575">
            <a:solidFill>
              <a:srgbClr val="926940"/>
            </a:solidFill>
            <a:prstDash val="solid"/>
            <a:round/>
            <a:headEnd len="med" w="med" type="none"/>
            <a:tailEnd len="med" w="med" type="none"/>
          </a:ln>
        </p:spPr>
      </p:cxnSp>
      <p:sp>
        <p:nvSpPr>
          <p:cNvPr id="23" name="Google Shape;23;p5"/>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4" name="Shape 24"/>
        <p:cNvGrpSpPr/>
        <p:nvPr/>
      </p:nvGrpSpPr>
      <p:grpSpPr>
        <a:xfrm>
          <a:off x="0" y="0"/>
          <a:ext cx="0" cy="0"/>
          <a:chOff x="0" y="0"/>
          <a:chExt cx="0" cy="0"/>
        </a:xfrm>
      </p:grpSpPr>
      <p:sp>
        <p:nvSpPr>
          <p:cNvPr id="25" name="Google Shape;25;p6"/>
          <p:cNvSpPr txBox="1"/>
          <p:nvPr>
            <p:ph type="title"/>
          </p:nvPr>
        </p:nvSpPr>
        <p:spPr>
          <a:xfrm>
            <a:off x="1887900" y="434575"/>
            <a:ext cx="5368200" cy="857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6" name="Google Shape;26;p6"/>
          <p:cNvSpPr txBox="1"/>
          <p:nvPr>
            <p:ph idx="1" type="body"/>
          </p:nvPr>
        </p:nvSpPr>
        <p:spPr>
          <a:xfrm>
            <a:off x="1351075" y="1518375"/>
            <a:ext cx="3126900" cy="32550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a:lvl2pPr>
            <a:lvl3pPr indent="-355600" lvl="2" marL="1371600">
              <a:spcBef>
                <a:spcPts val="0"/>
              </a:spcBef>
              <a:spcAft>
                <a:spcPts val="0"/>
              </a:spcAft>
              <a:buSzPts val="2000"/>
              <a:buChar char="■"/>
              <a:defRPr/>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27" name="Google Shape;27;p6"/>
          <p:cNvSpPr txBox="1"/>
          <p:nvPr>
            <p:ph idx="2" type="body"/>
          </p:nvPr>
        </p:nvSpPr>
        <p:spPr>
          <a:xfrm>
            <a:off x="4666144" y="1518375"/>
            <a:ext cx="3126900" cy="32550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a:lvl2pPr>
            <a:lvl3pPr indent="-355600" lvl="2" marL="1371600">
              <a:spcBef>
                <a:spcPts val="0"/>
              </a:spcBef>
              <a:spcAft>
                <a:spcPts val="0"/>
              </a:spcAft>
              <a:buSzPts val="2000"/>
              <a:buChar char="■"/>
              <a:defRPr/>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cxnSp>
        <p:nvCxnSpPr>
          <p:cNvPr id="28" name="Google Shape;28;p6"/>
          <p:cNvCxnSpPr/>
          <p:nvPr/>
        </p:nvCxnSpPr>
        <p:spPr>
          <a:xfrm>
            <a:off x="4279500" y="1427300"/>
            <a:ext cx="585000" cy="0"/>
          </a:xfrm>
          <a:prstGeom prst="straightConnector1">
            <a:avLst/>
          </a:prstGeom>
          <a:noFill/>
          <a:ln cap="flat" cmpd="sng" w="28575">
            <a:solidFill>
              <a:srgbClr val="926940"/>
            </a:solidFill>
            <a:prstDash val="solid"/>
            <a:round/>
            <a:headEnd len="med" w="med" type="none"/>
            <a:tailEnd len="med" w="med" type="none"/>
          </a:ln>
        </p:spPr>
      </p:cxnSp>
      <p:sp>
        <p:nvSpPr>
          <p:cNvPr id="29" name="Google Shape;29;p6"/>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30" name="Shape 30"/>
        <p:cNvGrpSpPr/>
        <p:nvPr/>
      </p:nvGrpSpPr>
      <p:grpSpPr>
        <a:xfrm>
          <a:off x="0" y="0"/>
          <a:ext cx="0" cy="0"/>
          <a:chOff x="0" y="0"/>
          <a:chExt cx="0" cy="0"/>
        </a:xfrm>
      </p:grpSpPr>
      <p:sp>
        <p:nvSpPr>
          <p:cNvPr id="31" name="Google Shape;31;p7"/>
          <p:cNvSpPr txBox="1"/>
          <p:nvPr>
            <p:ph type="title"/>
          </p:nvPr>
        </p:nvSpPr>
        <p:spPr>
          <a:xfrm>
            <a:off x="1887900" y="434575"/>
            <a:ext cx="5368200" cy="857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32" name="Google Shape;32;p7"/>
          <p:cNvSpPr txBox="1"/>
          <p:nvPr>
            <p:ph idx="1" type="body"/>
          </p:nvPr>
        </p:nvSpPr>
        <p:spPr>
          <a:xfrm>
            <a:off x="961200" y="1552350"/>
            <a:ext cx="2307000" cy="32973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33" name="Google Shape;33;p7"/>
          <p:cNvSpPr txBox="1"/>
          <p:nvPr>
            <p:ph idx="2" type="body"/>
          </p:nvPr>
        </p:nvSpPr>
        <p:spPr>
          <a:xfrm>
            <a:off x="3386413" y="1552350"/>
            <a:ext cx="2307000" cy="32973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34" name="Google Shape;34;p7"/>
          <p:cNvSpPr txBox="1"/>
          <p:nvPr>
            <p:ph idx="3" type="body"/>
          </p:nvPr>
        </p:nvSpPr>
        <p:spPr>
          <a:xfrm>
            <a:off x="5811626" y="1552350"/>
            <a:ext cx="2307000" cy="32973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cxnSp>
        <p:nvCxnSpPr>
          <p:cNvPr id="35" name="Google Shape;35;p7"/>
          <p:cNvCxnSpPr/>
          <p:nvPr/>
        </p:nvCxnSpPr>
        <p:spPr>
          <a:xfrm>
            <a:off x="4279500" y="1427300"/>
            <a:ext cx="585000" cy="0"/>
          </a:xfrm>
          <a:prstGeom prst="straightConnector1">
            <a:avLst/>
          </a:prstGeom>
          <a:noFill/>
          <a:ln cap="flat" cmpd="sng" w="28575">
            <a:solidFill>
              <a:srgbClr val="926940"/>
            </a:solidFill>
            <a:prstDash val="solid"/>
            <a:round/>
            <a:headEnd len="med" w="med" type="none"/>
            <a:tailEnd len="med" w="med" type="none"/>
          </a:ln>
        </p:spPr>
      </p:cxnSp>
      <p:sp>
        <p:nvSpPr>
          <p:cNvPr id="36" name="Google Shape;36;p7"/>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8"/>
          <p:cNvSpPr txBox="1"/>
          <p:nvPr>
            <p:ph type="title"/>
          </p:nvPr>
        </p:nvSpPr>
        <p:spPr>
          <a:xfrm>
            <a:off x="1887900" y="434575"/>
            <a:ext cx="5368200" cy="857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cxnSp>
        <p:nvCxnSpPr>
          <p:cNvPr id="39" name="Google Shape;39;p8"/>
          <p:cNvCxnSpPr/>
          <p:nvPr/>
        </p:nvCxnSpPr>
        <p:spPr>
          <a:xfrm>
            <a:off x="4279500" y="1427300"/>
            <a:ext cx="585000" cy="0"/>
          </a:xfrm>
          <a:prstGeom prst="straightConnector1">
            <a:avLst/>
          </a:prstGeom>
          <a:noFill/>
          <a:ln cap="flat" cmpd="sng" w="28575">
            <a:solidFill>
              <a:srgbClr val="926940"/>
            </a:solidFill>
            <a:prstDash val="solid"/>
            <a:round/>
            <a:headEnd len="med" w="med" type="none"/>
            <a:tailEnd len="med" w="med" type="none"/>
          </a:ln>
        </p:spPr>
      </p:cxnSp>
      <p:sp>
        <p:nvSpPr>
          <p:cNvPr id="40" name="Google Shape;40;p8"/>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9"/>
          <p:cNvSpPr txBox="1"/>
          <p:nvPr>
            <p:ph idx="1" type="body"/>
          </p:nvPr>
        </p:nvSpPr>
        <p:spPr>
          <a:xfrm>
            <a:off x="457200" y="4406309"/>
            <a:ext cx="8229600" cy="519600"/>
          </a:xfrm>
          <a:prstGeom prst="rect">
            <a:avLst/>
          </a:prstGeom>
        </p:spPr>
        <p:txBody>
          <a:bodyPr anchorCtr="0" anchor="t" bIns="91425" lIns="91425" spcFirstLastPara="1" rIns="91425" wrap="square" tIns="91425">
            <a:noAutofit/>
          </a:bodyPr>
          <a:lstStyle>
            <a:lvl1pPr indent="-228600" lvl="0" marL="457200" algn="ctr">
              <a:spcBef>
                <a:spcPts val="360"/>
              </a:spcBef>
              <a:spcAft>
                <a:spcPts val="0"/>
              </a:spcAft>
              <a:buSzPts val="1200"/>
              <a:buFont typeface="Cinzel"/>
              <a:buNone/>
              <a:defRPr b="1" sz="1200">
                <a:latin typeface="Cinzel"/>
                <a:ea typeface="Cinzel"/>
                <a:cs typeface="Cinzel"/>
                <a:sym typeface="Cinzel"/>
              </a:defRPr>
            </a:lvl1pPr>
          </a:lstStyle>
          <a:p/>
        </p:txBody>
      </p:sp>
      <p:cxnSp>
        <p:nvCxnSpPr>
          <p:cNvPr id="43" name="Google Shape;43;p9"/>
          <p:cNvCxnSpPr/>
          <p:nvPr/>
        </p:nvCxnSpPr>
        <p:spPr>
          <a:xfrm>
            <a:off x="4279500" y="4137950"/>
            <a:ext cx="585000" cy="0"/>
          </a:xfrm>
          <a:prstGeom prst="straightConnector1">
            <a:avLst/>
          </a:prstGeom>
          <a:noFill/>
          <a:ln cap="flat" cmpd="sng" w="28575">
            <a:solidFill>
              <a:srgbClr val="926940"/>
            </a:solidFill>
            <a:prstDash val="solid"/>
            <a:round/>
            <a:headEnd len="med" w="med" type="none"/>
            <a:tailEnd len="med" w="med" type="none"/>
          </a:ln>
        </p:spPr>
      </p:cxnSp>
      <p:sp>
        <p:nvSpPr>
          <p:cNvPr id="44" name="Google Shape;44;p9"/>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lvl1pPr lvl="0">
              <a:buNone/>
              <a:defRPr>
                <a:latin typeface="Cinzel"/>
                <a:ea typeface="Cinzel"/>
                <a:cs typeface="Cinzel"/>
                <a:sym typeface="Cinzel"/>
              </a:defRPr>
            </a:lvl1pPr>
            <a:lvl2pPr lvl="1">
              <a:buNone/>
              <a:defRPr>
                <a:latin typeface="Cinzel"/>
                <a:ea typeface="Cinzel"/>
                <a:cs typeface="Cinzel"/>
                <a:sym typeface="Cinzel"/>
              </a:defRPr>
            </a:lvl2pPr>
            <a:lvl3pPr lvl="2">
              <a:buNone/>
              <a:defRPr>
                <a:latin typeface="Cinzel"/>
                <a:ea typeface="Cinzel"/>
                <a:cs typeface="Cinzel"/>
                <a:sym typeface="Cinzel"/>
              </a:defRPr>
            </a:lvl3pPr>
            <a:lvl4pPr lvl="3">
              <a:buNone/>
              <a:defRPr>
                <a:latin typeface="Cinzel"/>
                <a:ea typeface="Cinzel"/>
                <a:cs typeface="Cinzel"/>
                <a:sym typeface="Cinzel"/>
              </a:defRPr>
            </a:lvl4pPr>
            <a:lvl5pPr lvl="4">
              <a:buNone/>
              <a:defRPr>
                <a:latin typeface="Cinzel"/>
                <a:ea typeface="Cinzel"/>
                <a:cs typeface="Cinzel"/>
                <a:sym typeface="Cinzel"/>
              </a:defRPr>
            </a:lvl5pPr>
            <a:lvl6pPr lvl="5">
              <a:buNone/>
              <a:defRPr>
                <a:latin typeface="Cinzel"/>
                <a:ea typeface="Cinzel"/>
                <a:cs typeface="Cinzel"/>
                <a:sym typeface="Cinzel"/>
              </a:defRPr>
            </a:lvl6pPr>
            <a:lvl7pPr lvl="6">
              <a:buNone/>
              <a:defRPr>
                <a:latin typeface="Cinzel"/>
                <a:ea typeface="Cinzel"/>
                <a:cs typeface="Cinzel"/>
                <a:sym typeface="Cinzel"/>
              </a:defRPr>
            </a:lvl7pPr>
            <a:lvl8pPr lvl="7">
              <a:buNone/>
              <a:defRPr>
                <a:latin typeface="Cinzel"/>
                <a:ea typeface="Cinzel"/>
                <a:cs typeface="Cinzel"/>
                <a:sym typeface="Cinzel"/>
              </a:defRPr>
            </a:lvl8pPr>
            <a:lvl9pPr lvl="8">
              <a:buNone/>
              <a:defRPr>
                <a:latin typeface="Cinzel"/>
                <a:ea typeface="Cinzel"/>
                <a:cs typeface="Cinzel"/>
                <a:sym typeface="Cinze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10"/>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887900" y="434575"/>
            <a:ext cx="5368200" cy="857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Clr>
                <a:srgbClr val="926940"/>
              </a:buClr>
              <a:buSzPts val="2400"/>
              <a:buFont typeface="Cinzel"/>
              <a:buNone/>
              <a:defRPr sz="2400">
                <a:solidFill>
                  <a:srgbClr val="926940"/>
                </a:solidFill>
                <a:latin typeface="Cinzel"/>
                <a:ea typeface="Cinzel"/>
                <a:cs typeface="Cinzel"/>
                <a:sym typeface="Cinzel"/>
              </a:defRPr>
            </a:lvl1pPr>
            <a:lvl2pPr lvl="1" algn="ctr">
              <a:spcBef>
                <a:spcPts val="0"/>
              </a:spcBef>
              <a:spcAft>
                <a:spcPts val="0"/>
              </a:spcAft>
              <a:buClr>
                <a:srgbClr val="926940"/>
              </a:buClr>
              <a:buSzPts val="2400"/>
              <a:buFont typeface="Cinzel"/>
              <a:buNone/>
              <a:defRPr sz="2400">
                <a:solidFill>
                  <a:srgbClr val="926940"/>
                </a:solidFill>
                <a:latin typeface="Cinzel"/>
                <a:ea typeface="Cinzel"/>
                <a:cs typeface="Cinzel"/>
                <a:sym typeface="Cinzel"/>
              </a:defRPr>
            </a:lvl2pPr>
            <a:lvl3pPr lvl="2" algn="ctr">
              <a:spcBef>
                <a:spcPts val="0"/>
              </a:spcBef>
              <a:spcAft>
                <a:spcPts val="0"/>
              </a:spcAft>
              <a:buClr>
                <a:srgbClr val="926940"/>
              </a:buClr>
              <a:buSzPts val="2400"/>
              <a:buFont typeface="Cinzel"/>
              <a:buNone/>
              <a:defRPr sz="2400">
                <a:solidFill>
                  <a:srgbClr val="926940"/>
                </a:solidFill>
                <a:latin typeface="Cinzel"/>
                <a:ea typeface="Cinzel"/>
                <a:cs typeface="Cinzel"/>
                <a:sym typeface="Cinzel"/>
              </a:defRPr>
            </a:lvl3pPr>
            <a:lvl4pPr lvl="3" algn="ctr">
              <a:spcBef>
                <a:spcPts val="0"/>
              </a:spcBef>
              <a:spcAft>
                <a:spcPts val="0"/>
              </a:spcAft>
              <a:buClr>
                <a:srgbClr val="926940"/>
              </a:buClr>
              <a:buSzPts val="2400"/>
              <a:buFont typeface="Cinzel"/>
              <a:buNone/>
              <a:defRPr sz="2400">
                <a:solidFill>
                  <a:srgbClr val="926940"/>
                </a:solidFill>
                <a:latin typeface="Cinzel"/>
                <a:ea typeface="Cinzel"/>
                <a:cs typeface="Cinzel"/>
                <a:sym typeface="Cinzel"/>
              </a:defRPr>
            </a:lvl4pPr>
            <a:lvl5pPr lvl="4" algn="ctr">
              <a:spcBef>
                <a:spcPts val="0"/>
              </a:spcBef>
              <a:spcAft>
                <a:spcPts val="0"/>
              </a:spcAft>
              <a:buClr>
                <a:srgbClr val="926940"/>
              </a:buClr>
              <a:buSzPts val="2400"/>
              <a:buFont typeface="Cinzel"/>
              <a:buNone/>
              <a:defRPr sz="2400">
                <a:solidFill>
                  <a:srgbClr val="926940"/>
                </a:solidFill>
                <a:latin typeface="Cinzel"/>
                <a:ea typeface="Cinzel"/>
                <a:cs typeface="Cinzel"/>
                <a:sym typeface="Cinzel"/>
              </a:defRPr>
            </a:lvl5pPr>
            <a:lvl6pPr lvl="5" algn="ctr">
              <a:spcBef>
                <a:spcPts val="0"/>
              </a:spcBef>
              <a:spcAft>
                <a:spcPts val="0"/>
              </a:spcAft>
              <a:buClr>
                <a:srgbClr val="926940"/>
              </a:buClr>
              <a:buSzPts val="2400"/>
              <a:buFont typeface="Cinzel"/>
              <a:buNone/>
              <a:defRPr sz="2400">
                <a:solidFill>
                  <a:srgbClr val="926940"/>
                </a:solidFill>
                <a:latin typeface="Cinzel"/>
                <a:ea typeface="Cinzel"/>
                <a:cs typeface="Cinzel"/>
                <a:sym typeface="Cinzel"/>
              </a:defRPr>
            </a:lvl6pPr>
            <a:lvl7pPr lvl="6" algn="ctr">
              <a:spcBef>
                <a:spcPts val="0"/>
              </a:spcBef>
              <a:spcAft>
                <a:spcPts val="0"/>
              </a:spcAft>
              <a:buClr>
                <a:srgbClr val="926940"/>
              </a:buClr>
              <a:buSzPts val="2400"/>
              <a:buFont typeface="Cinzel"/>
              <a:buNone/>
              <a:defRPr sz="2400">
                <a:solidFill>
                  <a:srgbClr val="926940"/>
                </a:solidFill>
                <a:latin typeface="Cinzel"/>
                <a:ea typeface="Cinzel"/>
                <a:cs typeface="Cinzel"/>
                <a:sym typeface="Cinzel"/>
              </a:defRPr>
            </a:lvl7pPr>
            <a:lvl8pPr lvl="7" algn="ctr">
              <a:spcBef>
                <a:spcPts val="0"/>
              </a:spcBef>
              <a:spcAft>
                <a:spcPts val="0"/>
              </a:spcAft>
              <a:buClr>
                <a:srgbClr val="926940"/>
              </a:buClr>
              <a:buSzPts val="2400"/>
              <a:buFont typeface="Cinzel"/>
              <a:buNone/>
              <a:defRPr sz="2400">
                <a:solidFill>
                  <a:srgbClr val="926940"/>
                </a:solidFill>
                <a:latin typeface="Cinzel"/>
                <a:ea typeface="Cinzel"/>
                <a:cs typeface="Cinzel"/>
                <a:sym typeface="Cinzel"/>
              </a:defRPr>
            </a:lvl8pPr>
            <a:lvl9pPr lvl="8" algn="ctr">
              <a:spcBef>
                <a:spcPts val="0"/>
              </a:spcBef>
              <a:spcAft>
                <a:spcPts val="0"/>
              </a:spcAft>
              <a:buClr>
                <a:srgbClr val="926940"/>
              </a:buClr>
              <a:buSzPts val="2400"/>
              <a:buFont typeface="Cinzel"/>
              <a:buNone/>
              <a:defRPr sz="2400">
                <a:solidFill>
                  <a:srgbClr val="926940"/>
                </a:solidFill>
                <a:latin typeface="Cinzel"/>
                <a:ea typeface="Cinzel"/>
                <a:cs typeface="Cinzel"/>
                <a:sym typeface="Cinzel"/>
              </a:defRPr>
            </a:lvl9pPr>
          </a:lstStyle>
          <a:p/>
        </p:txBody>
      </p:sp>
      <p:sp>
        <p:nvSpPr>
          <p:cNvPr id="7" name="Google Shape;7;p1"/>
          <p:cNvSpPr txBox="1"/>
          <p:nvPr>
            <p:ph idx="1" type="body"/>
          </p:nvPr>
        </p:nvSpPr>
        <p:spPr>
          <a:xfrm>
            <a:off x="1224425" y="1477750"/>
            <a:ext cx="6695100" cy="3448200"/>
          </a:xfrm>
          <a:prstGeom prst="rect">
            <a:avLst/>
          </a:prstGeom>
          <a:noFill/>
          <a:ln>
            <a:noFill/>
          </a:ln>
        </p:spPr>
        <p:txBody>
          <a:bodyPr anchorCtr="0" anchor="t" bIns="91425" lIns="91425" spcFirstLastPara="1" rIns="91425" wrap="square" tIns="91425">
            <a:noAutofit/>
          </a:bodyPr>
          <a:lstStyle>
            <a:lvl1pPr indent="-381000" lvl="0" marL="457200">
              <a:spcBef>
                <a:spcPts val="600"/>
              </a:spcBef>
              <a:spcAft>
                <a:spcPts val="0"/>
              </a:spcAft>
              <a:buClr>
                <a:srgbClr val="926940"/>
              </a:buClr>
              <a:buSzPts val="2400"/>
              <a:buFont typeface="Libre Baskerville"/>
              <a:buChar char="✣"/>
              <a:defRPr sz="2400">
                <a:solidFill>
                  <a:srgbClr val="403228"/>
                </a:solidFill>
                <a:latin typeface="Libre Baskerville"/>
                <a:ea typeface="Libre Baskerville"/>
                <a:cs typeface="Libre Baskerville"/>
                <a:sym typeface="Libre Baskerville"/>
              </a:defRPr>
            </a:lvl1pPr>
            <a:lvl2pPr indent="-355600" lvl="1" marL="914400">
              <a:spcBef>
                <a:spcPts val="0"/>
              </a:spcBef>
              <a:spcAft>
                <a:spcPts val="0"/>
              </a:spcAft>
              <a:buClr>
                <a:srgbClr val="926940"/>
              </a:buClr>
              <a:buSzPts val="2000"/>
              <a:buFont typeface="Libre Baskerville"/>
              <a:buChar char="⨳"/>
              <a:defRPr sz="2000">
                <a:solidFill>
                  <a:srgbClr val="403228"/>
                </a:solidFill>
                <a:latin typeface="Libre Baskerville"/>
                <a:ea typeface="Libre Baskerville"/>
                <a:cs typeface="Libre Baskerville"/>
                <a:sym typeface="Libre Baskerville"/>
              </a:defRPr>
            </a:lvl2pPr>
            <a:lvl3pPr indent="-355600" lvl="2" marL="1371600">
              <a:spcBef>
                <a:spcPts val="0"/>
              </a:spcBef>
              <a:spcAft>
                <a:spcPts val="0"/>
              </a:spcAft>
              <a:buClr>
                <a:srgbClr val="926940"/>
              </a:buClr>
              <a:buSzPts val="2000"/>
              <a:buFont typeface="Libre Baskerville"/>
              <a:buChar char="■"/>
              <a:defRPr sz="2000">
                <a:solidFill>
                  <a:srgbClr val="403228"/>
                </a:solidFill>
                <a:latin typeface="Libre Baskerville"/>
                <a:ea typeface="Libre Baskerville"/>
                <a:cs typeface="Libre Baskerville"/>
                <a:sym typeface="Libre Baskerville"/>
              </a:defRPr>
            </a:lvl3pPr>
            <a:lvl4pPr indent="-330200" lvl="3" marL="1828800">
              <a:spcBef>
                <a:spcPts val="0"/>
              </a:spcBef>
              <a:spcAft>
                <a:spcPts val="0"/>
              </a:spcAft>
              <a:buClr>
                <a:srgbClr val="926940"/>
              </a:buClr>
              <a:buSzPts val="1600"/>
              <a:buFont typeface="Libre Baskerville"/>
              <a:buChar char="●"/>
              <a:defRPr sz="1600">
                <a:solidFill>
                  <a:srgbClr val="403228"/>
                </a:solidFill>
                <a:latin typeface="Libre Baskerville"/>
                <a:ea typeface="Libre Baskerville"/>
                <a:cs typeface="Libre Baskerville"/>
                <a:sym typeface="Libre Baskerville"/>
              </a:defRPr>
            </a:lvl4pPr>
            <a:lvl5pPr indent="-330200" lvl="4" marL="2286000">
              <a:spcBef>
                <a:spcPts val="0"/>
              </a:spcBef>
              <a:spcAft>
                <a:spcPts val="0"/>
              </a:spcAft>
              <a:buClr>
                <a:srgbClr val="926940"/>
              </a:buClr>
              <a:buSzPts val="1600"/>
              <a:buFont typeface="Libre Baskerville"/>
              <a:buChar char="○"/>
              <a:defRPr sz="1600">
                <a:solidFill>
                  <a:srgbClr val="403228"/>
                </a:solidFill>
                <a:latin typeface="Libre Baskerville"/>
                <a:ea typeface="Libre Baskerville"/>
                <a:cs typeface="Libre Baskerville"/>
                <a:sym typeface="Libre Baskerville"/>
              </a:defRPr>
            </a:lvl5pPr>
            <a:lvl6pPr indent="-330200" lvl="5" marL="2743200">
              <a:spcBef>
                <a:spcPts val="0"/>
              </a:spcBef>
              <a:spcAft>
                <a:spcPts val="0"/>
              </a:spcAft>
              <a:buClr>
                <a:srgbClr val="926940"/>
              </a:buClr>
              <a:buSzPts val="1600"/>
              <a:buFont typeface="Libre Baskerville"/>
              <a:buChar char="■"/>
              <a:defRPr sz="1600">
                <a:solidFill>
                  <a:srgbClr val="403228"/>
                </a:solidFill>
                <a:latin typeface="Libre Baskerville"/>
                <a:ea typeface="Libre Baskerville"/>
                <a:cs typeface="Libre Baskerville"/>
                <a:sym typeface="Libre Baskerville"/>
              </a:defRPr>
            </a:lvl6pPr>
            <a:lvl7pPr indent="-330200" lvl="6" marL="3200400">
              <a:spcBef>
                <a:spcPts val="0"/>
              </a:spcBef>
              <a:spcAft>
                <a:spcPts val="0"/>
              </a:spcAft>
              <a:buClr>
                <a:srgbClr val="403228"/>
              </a:buClr>
              <a:buSzPts val="1600"/>
              <a:buFont typeface="Libre Baskerville"/>
              <a:buChar char="●"/>
              <a:defRPr sz="1600">
                <a:solidFill>
                  <a:srgbClr val="403228"/>
                </a:solidFill>
                <a:latin typeface="Libre Baskerville"/>
                <a:ea typeface="Libre Baskerville"/>
                <a:cs typeface="Libre Baskerville"/>
                <a:sym typeface="Libre Baskerville"/>
              </a:defRPr>
            </a:lvl7pPr>
            <a:lvl8pPr indent="-330200" lvl="7" marL="3657600">
              <a:spcBef>
                <a:spcPts val="0"/>
              </a:spcBef>
              <a:spcAft>
                <a:spcPts val="0"/>
              </a:spcAft>
              <a:buClr>
                <a:srgbClr val="403228"/>
              </a:buClr>
              <a:buSzPts val="1600"/>
              <a:buFont typeface="Libre Baskerville"/>
              <a:buChar char="○"/>
              <a:defRPr sz="1600">
                <a:solidFill>
                  <a:srgbClr val="403228"/>
                </a:solidFill>
                <a:latin typeface="Libre Baskerville"/>
                <a:ea typeface="Libre Baskerville"/>
                <a:cs typeface="Libre Baskerville"/>
                <a:sym typeface="Libre Baskerville"/>
              </a:defRPr>
            </a:lvl8pPr>
            <a:lvl9pPr indent="-330200" lvl="8" marL="4114800">
              <a:spcBef>
                <a:spcPts val="0"/>
              </a:spcBef>
              <a:spcAft>
                <a:spcPts val="0"/>
              </a:spcAft>
              <a:buClr>
                <a:srgbClr val="403228"/>
              </a:buClr>
              <a:buSzPts val="1600"/>
              <a:buFont typeface="Libre Baskerville"/>
              <a:buChar char="■"/>
              <a:defRPr sz="1600">
                <a:solidFill>
                  <a:srgbClr val="403228"/>
                </a:solidFill>
                <a:latin typeface="Libre Baskerville"/>
                <a:ea typeface="Libre Baskerville"/>
                <a:cs typeface="Libre Baskerville"/>
                <a:sym typeface="Libre Baskerville"/>
              </a:defRPr>
            </a:lvl9pPr>
          </a:lstStyle>
          <a:p/>
        </p:txBody>
      </p:sp>
      <p:sp>
        <p:nvSpPr>
          <p:cNvPr id="8" name="Google Shape;8;p1"/>
          <p:cNvSpPr txBox="1"/>
          <p:nvPr>
            <p:ph idx="12" type="sldNum"/>
          </p:nvPr>
        </p:nvSpPr>
        <p:spPr>
          <a:xfrm>
            <a:off x="4297650" y="4749901"/>
            <a:ext cx="548700" cy="393600"/>
          </a:xfrm>
          <a:prstGeom prst="rect">
            <a:avLst/>
          </a:prstGeom>
          <a:noFill/>
          <a:ln>
            <a:noFill/>
          </a:ln>
        </p:spPr>
        <p:txBody>
          <a:bodyPr anchorCtr="0" anchor="t" bIns="91425" lIns="91425" spcFirstLastPara="1" rIns="91425" wrap="square" tIns="91425">
            <a:noAutofit/>
          </a:bodyPr>
          <a:lstStyle>
            <a:lvl1pPr lvl="0" algn="ctr">
              <a:buNone/>
              <a:defRPr sz="1200">
                <a:solidFill>
                  <a:srgbClr val="926940"/>
                </a:solidFill>
                <a:latin typeface="Cinzel"/>
                <a:ea typeface="Cinzel"/>
                <a:cs typeface="Cinzel"/>
                <a:sym typeface="Cinzel"/>
              </a:defRPr>
            </a:lvl1pPr>
            <a:lvl2pPr lvl="1" algn="ctr">
              <a:buNone/>
              <a:defRPr sz="1200">
                <a:solidFill>
                  <a:srgbClr val="926940"/>
                </a:solidFill>
                <a:latin typeface="Cinzel"/>
                <a:ea typeface="Cinzel"/>
                <a:cs typeface="Cinzel"/>
                <a:sym typeface="Cinzel"/>
              </a:defRPr>
            </a:lvl2pPr>
            <a:lvl3pPr lvl="2" algn="ctr">
              <a:buNone/>
              <a:defRPr sz="1200">
                <a:solidFill>
                  <a:srgbClr val="926940"/>
                </a:solidFill>
                <a:latin typeface="Cinzel"/>
                <a:ea typeface="Cinzel"/>
                <a:cs typeface="Cinzel"/>
                <a:sym typeface="Cinzel"/>
              </a:defRPr>
            </a:lvl3pPr>
            <a:lvl4pPr lvl="3" algn="ctr">
              <a:buNone/>
              <a:defRPr sz="1200">
                <a:solidFill>
                  <a:srgbClr val="926940"/>
                </a:solidFill>
                <a:latin typeface="Cinzel"/>
                <a:ea typeface="Cinzel"/>
                <a:cs typeface="Cinzel"/>
                <a:sym typeface="Cinzel"/>
              </a:defRPr>
            </a:lvl4pPr>
            <a:lvl5pPr lvl="4" algn="ctr">
              <a:buNone/>
              <a:defRPr sz="1200">
                <a:solidFill>
                  <a:srgbClr val="926940"/>
                </a:solidFill>
                <a:latin typeface="Cinzel"/>
                <a:ea typeface="Cinzel"/>
                <a:cs typeface="Cinzel"/>
                <a:sym typeface="Cinzel"/>
              </a:defRPr>
            </a:lvl5pPr>
            <a:lvl6pPr lvl="5" algn="ctr">
              <a:buNone/>
              <a:defRPr sz="1200">
                <a:solidFill>
                  <a:srgbClr val="926940"/>
                </a:solidFill>
                <a:latin typeface="Cinzel"/>
                <a:ea typeface="Cinzel"/>
                <a:cs typeface="Cinzel"/>
                <a:sym typeface="Cinzel"/>
              </a:defRPr>
            </a:lvl6pPr>
            <a:lvl7pPr lvl="6" algn="ctr">
              <a:buNone/>
              <a:defRPr sz="1200">
                <a:solidFill>
                  <a:srgbClr val="926940"/>
                </a:solidFill>
                <a:latin typeface="Cinzel"/>
                <a:ea typeface="Cinzel"/>
                <a:cs typeface="Cinzel"/>
                <a:sym typeface="Cinzel"/>
              </a:defRPr>
            </a:lvl7pPr>
            <a:lvl8pPr lvl="7" algn="ctr">
              <a:buNone/>
              <a:defRPr sz="1200">
                <a:solidFill>
                  <a:srgbClr val="926940"/>
                </a:solidFill>
                <a:latin typeface="Cinzel"/>
                <a:ea typeface="Cinzel"/>
                <a:cs typeface="Cinzel"/>
                <a:sym typeface="Cinzel"/>
              </a:defRPr>
            </a:lvl8pPr>
            <a:lvl9pPr lvl="8" algn="ctr">
              <a:buNone/>
              <a:defRPr sz="1200">
                <a:solidFill>
                  <a:srgbClr val="926940"/>
                </a:solidFill>
                <a:latin typeface="Cinzel"/>
                <a:ea typeface="Cinzel"/>
                <a:cs typeface="Cinzel"/>
                <a:sym typeface="Cinzel"/>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mc:AlternateContent>
    <mc:Choice Requires="p14">
      <p:transition spd="slow" p14:dur="1400">
        <p:fade thruBlk="1"/>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7.jp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s://excerpts.numilog.com/books/9782402621953.pdf" TargetMode="External"/><Relationship Id="rId4" Type="http://schemas.openxmlformats.org/officeDocument/2006/relationships/hyperlink" Target="http://www.chateau-rambouillet.fr/content/download/110274/1216874/version/6/file/doc_pdf_fr_outil.le.mythe.du.bon.sauvage.pdf" TargetMode="External"/><Relationship Id="rId10" Type="http://schemas.openxmlformats.org/officeDocument/2006/relationships/image" Target="../media/image9.png"/><Relationship Id="rId9" Type="http://schemas.openxmlformats.org/officeDocument/2006/relationships/hyperlink" Target="https://www.assistancescolaire.com/eleve/1re/francais/reviser-le-cours/1_fra_22" TargetMode="External"/><Relationship Id="rId5" Type="http://schemas.openxmlformats.org/officeDocument/2006/relationships/hyperlink" Target="https://commentairecompose.fr/essais-montaigne-des-cannibales-des-coches/" TargetMode="External"/><Relationship Id="rId6" Type="http://schemas.openxmlformats.org/officeDocument/2006/relationships/hyperlink" Target="https://cotentinghislaine.wixsite.com/aimerlalitterature/montaigne-coches-cannibales" TargetMode="External"/><Relationship Id="rId7" Type="http://schemas.openxmlformats.org/officeDocument/2006/relationships/hyperlink" Target="https://www.britannica.com/art/noble-savage" TargetMode="External"/><Relationship Id="rId8" Type="http://schemas.openxmlformats.org/officeDocument/2006/relationships/hyperlink" Target="http://i-voix.net/2019/10/ethnologie-la-barbarie-vue-par-montaigne.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pic>
        <p:nvPicPr>
          <p:cNvPr id="51" name="Google Shape;51;p11"/>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52" name="Google Shape;52;p11"/>
          <p:cNvPicPr preferRelativeResize="0"/>
          <p:nvPr/>
        </p:nvPicPr>
        <p:blipFill>
          <a:blip r:embed="rId4">
            <a:alphaModFix/>
          </a:blip>
          <a:stretch>
            <a:fillRect/>
          </a:stretch>
        </p:blipFill>
        <p:spPr>
          <a:xfrm>
            <a:off x="2791500" y="4406300"/>
            <a:ext cx="3513800" cy="519600"/>
          </a:xfrm>
          <a:prstGeom prst="rect">
            <a:avLst/>
          </a:prstGeom>
          <a:noFill/>
          <a:ln>
            <a:noFill/>
          </a:ln>
        </p:spPr>
      </p:pic>
      <p:pic>
        <p:nvPicPr>
          <p:cNvPr id="53" name="Google Shape;53;p11"/>
          <p:cNvPicPr preferRelativeResize="0"/>
          <p:nvPr/>
        </p:nvPicPr>
        <p:blipFill>
          <a:blip r:embed="rId4">
            <a:alphaModFix/>
          </a:blip>
          <a:stretch>
            <a:fillRect/>
          </a:stretch>
        </p:blipFill>
        <p:spPr>
          <a:xfrm>
            <a:off x="1633500" y="1207625"/>
            <a:ext cx="5877000" cy="2700600"/>
          </a:xfrm>
          <a:prstGeom prst="ellipse">
            <a:avLst/>
          </a:prstGeom>
          <a:noFill/>
          <a:ln>
            <a:noFill/>
          </a:ln>
        </p:spPr>
      </p:pic>
      <p:sp>
        <p:nvSpPr>
          <p:cNvPr id="54" name="Google Shape;54;p11"/>
          <p:cNvSpPr txBox="1"/>
          <p:nvPr>
            <p:ph idx="1" type="body"/>
          </p:nvPr>
        </p:nvSpPr>
        <p:spPr>
          <a:xfrm>
            <a:off x="2815050" y="4406307"/>
            <a:ext cx="3513900" cy="519600"/>
          </a:xfrm>
          <a:prstGeom prst="rect">
            <a:avLst/>
          </a:prstGeom>
        </p:spPr>
        <p:txBody>
          <a:bodyPr anchorCtr="0" anchor="ctr" bIns="91425" lIns="91425" spcFirstLastPara="1" rIns="91425" wrap="square" tIns="91425">
            <a:noAutofit/>
          </a:bodyPr>
          <a:lstStyle/>
          <a:p>
            <a:pPr indent="0" lvl="0" marL="0" rtl="0" algn="ctr">
              <a:spcBef>
                <a:spcPts val="360"/>
              </a:spcBef>
              <a:spcAft>
                <a:spcPts val="0"/>
              </a:spcAft>
              <a:buNone/>
            </a:pPr>
            <a:r>
              <a:rPr b="0" lang="en">
                <a:solidFill>
                  <a:srgbClr val="FFFFFF"/>
                </a:solidFill>
              </a:rPr>
              <a:t>Maya Valentina</a:t>
            </a:r>
            <a:endParaRPr b="0">
              <a:solidFill>
                <a:srgbClr val="FFFFFF"/>
              </a:solidFill>
            </a:endParaRPr>
          </a:p>
        </p:txBody>
      </p:sp>
      <p:sp>
        <p:nvSpPr>
          <p:cNvPr id="55" name="Google Shape;55;p11"/>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56" name="Google Shape;56;p11"/>
          <p:cNvSpPr txBox="1"/>
          <p:nvPr>
            <p:ph idx="4294967295" type="ctrTitle"/>
          </p:nvPr>
        </p:nvSpPr>
        <p:spPr>
          <a:xfrm>
            <a:off x="2368900" y="1662875"/>
            <a:ext cx="4359000" cy="17901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solidFill>
                  <a:srgbClr val="FFFFFF"/>
                </a:solidFill>
              </a:rPr>
              <a:t>Le Mythe du bon sauvage</a:t>
            </a:r>
            <a:endParaRPr sz="36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2"/>
          <p:cNvSpPr txBox="1"/>
          <p:nvPr>
            <p:ph idx="4294967295" type="ctrTitle"/>
          </p:nvPr>
        </p:nvSpPr>
        <p:spPr>
          <a:xfrm>
            <a:off x="930900" y="347069"/>
            <a:ext cx="7282200" cy="115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4000"/>
              <a:t>Index</a:t>
            </a:r>
            <a:endParaRPr b="1" sz="4000"/>
          </a:p>
        </p:txBody>
      </p:sp>
      <p:sp>
        <p:nvSpPr>
          <p:cNvPr id="62" name="Google Shape;62;p12"/>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63" name="Google Shape;63;p12"/>
          <p:cNvSpPr txBox="1"/>
          <p:nvPr>
            <p:ph idx="4294967295" type="body"/>
          </p:nvPr>
        </p:nvSpPr>
        <p:spPr>
          <a:xfrm>
            <a:off x="930901" y="1374964"/>
            <a:ext cx="6695100" cy="3448200"/>
          </a:xfrm>
          <a:prstGeom prst="rect">
            <a:avLst/>
          </a:prstGeom>
        </p:spPr>
        <p:txBody>
          <a:bodyPr anchorCtr="0" anchor="t" bIns="91425" lIns="91425" spcFirstLastPara="1" rIns="91425" wrap="square" tIns="91425">
            <a:noAutofit/>
          </a:bodyPr>
          <a:lstStyle/>
          <a:p>
            <a:pPr indent="-368300" lvl="0" marL="457200" rtl="0" algn="l">
              <a:lnSpc>
                <a:spcPct val="200000"/>
              </a:lnSpc>
              <a:spcBef>
                <a:spcPts val="600"/>
              </a:spcBef>
              <a:spcAft>
                <a:spcPts val="0"/>
              </a:spcAft>
              <a:buClr>
                <a:schemeClr val="dk2"/>
              </a:buClr>
              <a:buSzPts val="2200"/>
              <a:buChar char="✣"/>
            </a:pPr>
            <a:r>
              <a:rPr lang="en" sz="2200">
                <a:solidFill>
                  <a:schemeClr val="dk2"/>
                </a:solidFill>
              </a:rPr>
              <a:t>Contexte</a:t>
            </a:r>
            <a:endParaRPr sz="2200">
              <a:solidFill>
                <a:schemeClr val="dk2"/>
              </a:solidFill>
            </a:endParaRPr>
          </a:p>
          <a:p>
            <a:pPr indent="-368300" lvl="0" marL="457200" rtl="0" algn="l">
              <a:lnSpc>
                <a:spcPct val="200000"/>
              </a:lnSpc>
              <a:spcBef>
                <a:spcPts val="0"/>
              </a:spcBef>
              <a:spcAft>
                <a:spcPts val="0"/>
              </a:spcAft>
              <a:buClr>
                <a:schemeClr val="dk2"/>
              </a:buClr>
              <a:buSzPts val="2200"/>
              <a:buChar char="✣"/>
            </a:pPr>
            <a:r>
              <a:rPr lang="en" sz="2200">
                <a:solidFill>
                  <a:schemeClr val="dk2"/>
                </a:solidFill>
              </a:rPr>
              <a:t>Définition</a:t>
            </a:r>
            <a:endParaRPr sz="2200">
              <a:solidFill>
                <a:schemeClr val="dk2"/>
              </a:solidFill>
            </a:endParaRPr>
          </a:p>
          <a:p>
            <a:pPr indent="-368300" lvl="0" marL="457200" rtl="0" algn="l">
              <a:lnSpc>
                <a:spcPct val="200000"/>
              </a:lnSpc>
              <a:spcBef>
                <a:spcPts val="0"/>
              </a:spcBef>
              <a:spcAft>
                <a:spcPts val="0"/>
              </a:spcAft>
              <a:buClr>
                <a:schemeClr val="dk2"/>
              </a:buClr>
              <a:buSzPts val="2200"/>
              <a:buChar char="✣"/>
            </a:pPr>
            <a:r>
              <a:rPr lang="en" sz="2200">
                <a:solidFill>
                  <a:schemeClr val="dk2"/>
                </a:solidFill>
              </a:rPr>
              <a:t>Le mythe dans la littérature</a:t>
            </a:r>
            <a:endParaRPr sz="2200">
              <a:solidFill>
                <a:schemeClr val="dk2"/>
              </a:solidFill>
            </a:endParaRPr>
          </a:p>
          <a:p>
            <a:pPr indent="-368300" lvl="0" marL="457200" rtl="0" algn="l">
              <a:lnSpc>
                <a:spcPct val="200000"/>
              </a:lnSpc>
              <a:spcBef>
                <a:spcPts val="0"/>
              </a:spcBef>
              <a:spcAft>
                <a:spcPts val="0"/>
              </a:spcAft>
              <a:buClr>
                <a:schemeClr val="dk2"/>
              </a:buClr>
              <a:buSzPts val="2200"/>
              <a:buChar char="✣"/>
            </a:pPr>
            <a:r>
              <a:rPr lang="en" sz="2200">
                <a:solidFill>
                  <a:schemeClr val="dk2"/>
                </a:solidFill>
              </a:rPr>
              <a:t>Le mythe dans </a:t>
            </a:r>
            <a:r>
              <a:rPr lang="en" sz="2200">
                <a:solidFill>
                  <a:schemeClr val="dk2"/>
                </a:solidFill>
              </a:rPr>
              <a:t>Montaigne</a:t>
            </a:r>
            <a:endParaRPr sz="2200">
              <a:solidFill>
                <a:schemeClr val="dk2"/>
              </a:solidFill>
            </a:endParaRPr>
          </a:p>
          <a:p>
            <a:pPr indent="0" lvl="0" marL="0" rtl="0" algn="l">
              <a:spcBef>
                <a:spcPts val="600"/>
              </a:spcBef>
              <a:spcAft>
                <a:spcPts val="0"/>
              </a:spcAft>
              <a:buNone/>
            </a:pPr>
            <a:r>
              <a:t/>
            </a:r>
            <a:endParaRPr sz="22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ctrTitle"/>
          </p:nvPr>
        </p:nvSpPr>
        <p:spPr>
          <a:xfrm>
            <a:off x="1513950" y="1583350"/>
            <a:ext cx="6116100" cy="197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4800"/>
              <a:t>1.</a:t>
            </a:r>
            <a:endParaRPr b="0" sz="4800"/>
          </a:p>
          <a:p>
            <a:pPr indent="0" lvl="0" marL="0" rtl="0" algn="ctr">
              <a:spcBef>
                <a:spcPts val="0"/>
              </a:spcBef>
              <a:spcAft>
                <a:spcPts val="0"/>
              </a:spcAft>
              <a:buNone/>
            </a:pPr>
            <a:r>
              <a:rPr lang="en"/>
              <a:t>Contexte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14"/>
          <p:cNvPicPr preferRelativeResize="0"/>
          <p:nvPr/>
        </p:nvPicPr>
        <p:blipFill rotWithShape="1">
          <a:blip r:embed="rId3">
            <a:alphaModFix/>
          </a:blip>
          <a:srcRect b="60574" l="51119" r="38545" t="37096"/>
          <a:stretch/>
        </p:blipFill>
        <p:spPr>
          <a:xfrm>
            <a:off x="4189458" y="1379201"/>
            <a:ext cx="765077" cy="119827"/>
          </a:xfrm>
          <a:prstGeom prst="rect">
            <a:avLst/>
          </a:prstGeom>
          <a:noFill/>
          <a:ln>
            <a:noFill/>
          </a:ln>
        </p:spPr>
      </p:pic>
      <p:sp>
        <p:nvSpPr>
          <p:cNvPr id="74" name="Google Shape;74;p14"/>
          <p:cNvSpPr txBox="1"/>
          <p:nvPr>
            <p:ph idx="1" type="body"/>
          </p:nvPr>
        </p:nvSpPr>
        <p:spPr>
          <a:xfrm>
            <a:off x="717445" y="847648"/>
            <a:ext cx="8343600" cy="34482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900">
                <a:solidFill>
                  <a:srgbClr val="8C6546"/>
                </a:solidFill>
              </a:rPr>
              <a:t>Le mythe du bon sauvage (fin XVe):</a:t>
            </a:r>
            <a:endParaRPr sz="1900">
              <a:solidFill>
                <a:srgbClr val="8C6546"/>
              </a:solidFill>
            </a:endParaRPr>
          </a:p>
          <a:p>
            <a:pPr indent="-349250" lvl="0" marL="914400" rtl="0" algn="l">
              <a:lnSpc>
                <a:spcPct val="115000"/>
              </a:lnSpc>
              <a:spcBef>
                <a:spcPts val="600"/>
              </a:spcBef>
              <a:spcAft>
                <a:spcPts val="0"/>
              </a:spcAft>
              <a:buClr>
                <a:srgbClr val="8C6546"/>
              </a:buClr>
              <a:buSzPts val="1900"/>
              <a:buChar char="➔"/>
            </a:pPr>
            <a:r>
              <a:rPr lang="en" sz="1900">
                <a:solidFill>
                  <a:srgbClr val="8C6546"/>
                </a:solidFill>
              </a:rPr>
              <a:t>Découverte/</a:t>
            </a:r>
            <a:r>
              <a:rPr lang="en" sz="1900">
                <a:solidFill>
                  <a:srgbClr val="8C6546"/>
                </a:solidFill>
              </a:rPr>
              <a:t>conquête</a:t>
            </a:r>
            <a:r>
              <a:rPr lang="en" sz="1900">
                <a:solidFill>
                  <a:srgbClr val="8C6546"/>
                </a:solidFill>
              </a:rPr>
              <a:t> des nouveaux territoires</a:t>
            </a:r>
            <a:endParaRPr sz="1900">
              <a:solidFill>
                <a:srgbClr val="8C6546"/>
              </a:solidFill>
            </a:endParaRPr>
          </a:p>
          <a:p>
            <a:pPr indent="-349250" lvl="0" marL="914400" rtl="0" algn="l">
              <a:lnSpc>
                <a:spcPct val="115000"/>
              </a:lnSpc>
              <a:spcBef>
                <a:spcPts val="0"/>
              </a:spcBef>
              <a:spcAft>
                <a:spcPts val="0"/>
              </a:spcAft>
              <a:buClr>
                <a:srgbClr val="8C6546"/>
              </a:buClr>
              <a:buSzPts val="1900"/>
              <a:buChar char="➔"/>
            </a:pPr>
            <a:r>
              <a:rPr lang="en" sz="1900">
                <a:solidFill>
                  <a:srgbClr val="8C6546"/>
                </a:solidFill>
              </a:rPr>
              <a:t>Popularisation des </a:t>
            </a:r>
            <a:r>
              <a:rPr lang="en" sz="1900">
                <a:solidFill>
                  <a:srgbClr val="8C6546"/>
                </a:solidFill>
              </a:rPr>
              <a:t>récits</a:t>
            </a:r>
            <a:r>
              <a:rPr lang="en" sz="1900">
                <a:solidFill>
                  <a:srgbClr val="8C6546"/>
                </a:solidFill>
              </a:rPr>
              <a:t> de voyage</a:t>
            </a:r>
            <a:endParaRPr sz="1900">
              <a:solidFill>
                <a:srgbClr val="8C6546"/>
              </a:solidFill>
            </a:endParaRPr>
          </a:p>
          <a:p>
            <a:pPr indent="-349250" lvl="0" marL="457200" rtl="0" algn="l">
              <a:lnSpc>
                <a:spcPct val="115000"/>
              </a:lnSpc>
              <a:spcBef>
                <a:spcPts val="0"/>
              </a:spcBef>
              <a:spcAft>
                <a:spcPts val="0"/>
              </a:spcAft>
              <a:buClr>
                <a:srgbClr val="8C6546"/>
              </a:buClr>
              <a:buSzPts val="1900"/>
              <a:buChar char="✣"/>
            </a:pPr>
            <a:r>
              <a:rPr lang="en" sz="1900">
                <a:solidFill>
                  <a:srgbClr val="8C6546"/>
                </a:solidFill>
              </a:rPr>
              <a:t>Colonisation et destruction</a:t>
            </a:r>
            <a:endParaRPr sz="1900">
              <a:solidFill>
                <a:srgbClr val="8C6546"/>
              </a:solidFill>
            </a:endParaRPr>
          </a:p>
          <a:p>
            <a:pPr indent="-349250" lvl="0" marL="457200" rtl="0" algn="l">
              <a:lnSpc>
                <a:spcPct val="115000"/>
              </a:lnSpc>
              <a:spcBef>
                <a:spcPts val="0"/>
              </a:spcBef>
              <a:spcAft>
                <a:spcPts val="0"/>
              </a:spcAft>
              <a:buClr>
                <a:srgbClr val="8C6546"/>
              </a:buClr>
              <a:buSzPts val="1900"/>
              <a:buChar char="✣"/>
            </a:pPr>
            <a:r>
              <a:rPr lang="en" sz="1900">
                <a:solidFill>
                  <a:srgbClr val="8C6546"/>
                </a:solidFill>
              </a:rPr>
              <a:t>Désir </a:t>
            </a:r>
            <a:r>
              <a:rPr lang="en" sz="1900">
                <a:solidFill>
                  <a:srgbClr val="8C6546"/>
                </a:solidFill>
              </a:rPr>
              <a:t>d'étudier</a:t>
            </a:r>
            <a:r>
              <a:rPr lang="en" sz="1900">
                <a:solidFill>
                  <a:srgbClr val="8C6546"/>
                </a:solidFill>
              </a:rPr>
              <a:t> ces peuples</a:t>
            </a:r>
            <a:endParaRPr sz="1900">
              <a:solidFill>
                <a:srgbClr val="8C6546"/>
              </a:solidFill>
            </a:endParaRPr>
          </a:p>
          <a:p>
            <a:pPr indent="0" lvl="0" marL="0" rtl="0" algn="l">
              <a:lnSpc>
                <a:spcPct val="115000"/>
              </a:lnSpc>
              <a:spcBef>
                <a:spcPts val="600"/>
              </a:spcBef>
              <a:spcAft>
                <a:spcPts val="0"/>
              </a:spcAft>
              <a:buNone/>
            </a:pPr>
            <a:r>
              <a:t/>
            </a:r>
            <a:endParaRPr sz="1900">
              <a:solidFill>
                <a:srgbClr val="8C6546"/>
              </a:solidFill>
            </a:endParaRPr>
          </a:p>
          <a:p>
            <a:pPr indent="0" lvl="0" marL="0" rtl="0" algn="l">
              <a:lnSpc>
                <a:spcPct val="115000"/>
              </a:lnSpc>
              <a:spcBef>
                <a:spcPts val="600"/>
              </a:spcBef>
              <a:spcAft>
                <a:spcPts val="0"/>
              </a:spcAft>
              <a:buNone/>
            </a:pPr>
            <a:r>
              <a:rPr lang="en" sz="1900">
                <a:solidFill>
                  <a:srgbClr val="8C6546"/>
                </a:solidFill>
              </a:rPr>
              <a:t>Origines:</a:t>
            </a:r>
            <a:endParaRPr sz="1900">
              <a:solidFill>
                <a:srgbClr val="8C6546"/>
              </a:solidFill>
            </a:endParaRPr>
          </a:p>
          <a:p>
            <a:pPr indent="-349250" lvl="0" marL="457200" rtl="0" algn="l">
              <a:lnSpc>
                <a:spcPct val="115000"/>
              </a:lnSpc>
              <a:spcBef>
                <a:spcPts val="600"/>
              </a:spcBef>
              <a:spcAft>
                <a:spcPts val="0"/>
              </a:spcAft>
              <a:buClr>
                <a:srgbClr val="8C6546"/>
              </a:buClr>
              <a:buSzPts val="1900"/>
              <a:buChar char="✣"/>
            </a:pPr>
            <a:r>
              <a:rPr lang="en" sz="1900">
                <a:solidFill>
                  <a:srgbClr val="8C6546"/>
                </a:solidFill>
              </a:rPr>
              <a:t>Paradis, Adam et Eve</a:t>
            </a:r>
            <a:endParaRPr sz="1900">
              <a:solidFill>
                <a:srgbClr val="8C6546"/>
              </a:solidFill>
            </a:endParaRPr>
          </a:p>
          <a:p>
            <a:pPr indent="-349250" lvl="0" marL="457200" rtl="0" algn="l">
              <a:lnSpc>
                <a:spcPct val="115000"/>
              </a:lnSpc>
              <a:spcBef>
                <a:spcPts val="0"/>
              </a:spcBef>
              <a:spcAft>
                <a:spcPts val="0"/>
              </a:spcAft>
              <a:buClr>
                <a:srgbClr val="8C6546"/>
              </a:buClr>
              <a:buSzPts val="1900"/>
              <a:buChar char="✣"/>
            </a:pPr>
            <a:r>
              <a:rPr lang="en" sz="1900">
                <a:solidFill>
                  <a:srgbClr val="8C6546"/>
                </a:solidFill>
              </a:rPr>
              <a:t>L’âge d’or</a:t>
            </a:r>
            <a:endParaRPr sz="1900">
              <a:solidFill>
                <a:srgbClr val="8C6546"/>
              </a:solidFill>
            </a:endParaRPr>
          </a:p>
          <a:p>
            <a:pPr indent="-349250" lvl="0" marL="457200" rtl="0" algn="l">
              <a:lnSpc>
                <a:spcPct val="115000"/>
              </a:lnSpc>
              <a:spcBef>
                <a:spcPts val="0"/>
              </a:spcBef>
              <a:spcAft>
                <a:spcPts val="0"/>
              </a:spcAft>
              <a:buClr>
                <a:srgbClr val="8C6546"/>
              </a:buClr>
              <a:buSzPts val="1900"/>
              <a:buChar char="✣"/>
            </a:pPr>
            <a:r>
              <a:rPr lang="en" sz="1900">
                <a:solidFill>
                  <a:srgbClr val="8C6546"/>
                </a:solidFill>
              </a:rPr>
              <a:t>L’Em</a:t>
            </a:r>
            <a:r>
              <a:rPr lang="en" sz="1900">
                <a:solidFill>
                  <a:srgbClr val="8C6546"/>
                </a:solidFill>
              </a:rPr>
              <a:t>pire romain</a:t>
            </a:r>
            <a:endParaRPr sz="1900">
              <a:solidFill>
                <a:srgbClr val="8C6546"/>
              </a:solidFill>
            </a:endParaRPr>
          </a:p>
          <a:p>
            <a:pPr indent="0" lvl="0" marL="0" rtl="0" algn="l">
              <a:lnSpc>
                <a:spcPct val="115000"/>
              </a:lnSpc>
              <a:spcBef>
                <a:spcPts val="600"/>
              </a:spcBef>
              <a:spcAft>
                <a:spcPts val="0"/>
              </a:spcAft>
              <a:buNone/>
            </a:pPr>
            <a:r>
              <a:t/>
            </a:r>
            <a:endParaRPr sz="1900">
              <a:solidFill>
                <a:srgbClr val="8C6546"/>
              </a:solidFill>
            </a:endParaRPr>
          </a:p>
          <a:p>
            <a:pPr indent="0" lvl="0" marL="0" rtl="0" algn="l">
              <a:lnSpc>
                <a:spcPct val="115000"/>
              </a:lnSpc>
              <a:spcBef>
                <a:spcPts val="600"/>
              </a:spcBef>
              <a:spcAft>
                <a:spcPts val="0"/>
              </a:spcAft>
              <a:buNone/>
            </a:pPr>
            <a:r>
              <a:t/>
            </a:r>
            <a:endParaRPr sz="2000">
              <a:solidFill>
                <a:srgbClr val="8C6546"/>
              </a:solidFill>
            </a:endParaRPr>
          </a:p>
        </p:txBody>
      </p:sp>
      <p:sp>
        <p:nvSpPr>
          <p:cNvPr id="75" name="Google Shape;75;p14"/>
          <p:cNvSpPr txBox="1"/>
          <p:nvPr>
            <p:ph type="title"/>
          </p:nvPr>
        </p:nvSpPr>
        <p:spPr>
          <a:xfrm>
            <a:off x="1887878" y="189026"/>
            <a:ext cx="53682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4000"/>
              <a:t>Contexte</a:t>
            </a:r>
            <a:endParaRPr b="1" sz="4000"/>
          </a:p>
        </p:txBody>
      </p:sp>
      <p:sp>
        <p:nvSpPr>
          <p:cNvPr id="76" name="Google Shape;76;p14"/>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ctrTitle"/>
          </p:nvPr>
        </p:nvSpPr>
        <p:spPr>
          <a:xfrm>
            <a:off x="1513950" y="1583350"/>
            <a:ext cx="6116100" cy="197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4800"/>
              <a:t>2</a:t>
            </a:r>
            <a:r>
              <a:rPr b="0" lang="en" sz="4800"/>
              <a:t>.</a:t>
            </a:r>
            <a:endParaRPr b="0" sz="4800"/>
          </a:p>
          <a:p>
            <a:pPr indent="0" lvl="0" marL="0" rtl="0" algn="ctr">
              <a:spcBef>
                <a:spcPts val="0"/>
              </a:spcBef>
              <a:spcAft>
                <a:spcPts val="0"/>
              </a:spcAft>
              <a:buNone/>
            </a:pPr>
            <a:r>
              <a:rPr lang="en"/>
              <a:t>Définition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1887891" y="319000"/>
            <a:ext cx="53682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4000"/>
              <a:t>Définition</a:t>
            </a:r>
            <a:endParaRPr b="1" sz="4000"/>
          </a:p>
        </p:txBody>
      </p:sp>
      <p:sp>
        <p:nvSpPr>
          <p:cNvPr id="87" name="Google Shape;87;p16"/>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88" name="Google Shape;88;p16"/>
          <p:cNvSpPr txBox="1"/>
          <p:nvPr>
            <p:ph idx="1" type="body"/>
          </p:nvPr>
        </p:nvSpPr>
        <p:spPr>
          <a:xfrm>
            <a:off x="1585462" y="3775162"/>
            <a:ext cx="5244300" cy="1899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200">
                <a:solidFill>
                  <a:srgbClr val="000000"/>
                </a:solidFill>
                <a:latin typeface="Amatic SC"/>
                <a:ea typeface="Amatic SC"/>
                <a:cs typeface="Amatic SC"/>
                <a:sym typeface="Amatic SC"/>
              </a:rPr>
              <a:t>« ...un état qui n’existe plus, qui n’a peut-être jamais existé, qui probablement n’existera jamais... ». </a:t>
            </a:r>
            <a:endParaRPr b="1" sz="2200">
              <a:solidFill>
                <a:srgbClr val="000000"/>
              </a:solidFill>
              <a:latin typeface="Amatic SC"/>
              <a:ea typeface="Amatic SC"/>
              <a:cs typeface="Amatic SC"/>
              <a:sym typeface="Amatic SC"/>
            </a:endParaRPr>
          </a:p>
          <a:p>
            <a:pPr indent="0" lvl="0" marL="0" rtl="0" algn="l">
              <a:spcBef>
                <a:spcPts val="600"/>
              </a:spcBef>
              <a:spcAft>
                <a:spcPts val="0"/>
              </a:spcAft>
              <a:buNone/>
            </a:pPr>
            <a:r>
              <a:t/>
            </a:r>
            <a:endParaRPr b="1" sz="2200">
              <a:solidFill>
                <a:schemeClr val="dk2"/>
              </a:solidFill>
              <a:latin typeface="Amatic SC"/>
              <a:ea typeface="Amatic SC"/>
              <a:cs typeface="Amatic SC"/>
              <a:sym typeface="Amatic SC"/>
            </a:endParaRPr>
          </a:p>
        </p:txBody>
      </p:sp>
      <p:sp>
        <p:nvSpPr>
          <p:cNvPr id="89" name="Google Shape;89;p16"/>
          <p:cNvSpPr txBox="1"/>
          <p:nvPr/>
        </p:nvSpPr>
        <p:spPr>
          <a:xfrm>
            <a:off x="2169620" y="4490943"/>
            <a:ext cx="3150000" cy="46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chemeClr val="dk2"/>
                </a:solidFill>
                <a:latin typeface="Libre Baskerville"/>
                <a:ea typeface="Libre Baskerville"/>
                <a:cs typeface="Libre Baskerville"/>
                <a:sym typeface="Libre Baskerville"/>
              </a:rPr>
              <a:t>- Rousseau, sur l’état de la nature</a:t>
            </a:r>
            <a:endParaRPr sz="1300" u="sng">
              <a:solidFill>
                <a:schemeClr val="dk2"/>
              </a:solidFill>
              <a:latin typeface="Libre Baskerville"/>
              <a:ea typeface="Libre Baskerville"/>
              <a:cs typeface="Libre Baskerville"/>
              <a:sym typeface="Libre Baskerville"/>
            </a:endParaRPr>
          </a:p>
        </p:txBody>
      </p:sp>
      <p:pic>
        <p:nvPicPr>
          <p:cNvPr id="90" name="Google Shape;90;p16"/>
          <p:cNvPicPr preferRelativeResize="0"/>
          <p:nvPr/>
        </p:nvPicPr>
        <p:blipFill rotWithShape="1">
          <a:blip r:embed="rId3">
            <a:alphaModFix/>
          </a:blip>
          <a:srcRect b="60574" l="51119" r="38545" t="37096"/>
          <a:stretch/>
        </p:blipFill>
        <p:spPr>
          <a:xfrm>
            <a:off x="4189458" y="1379201"/>
            <a:ext cx="765077" cy="119827"/>
          </a:xfrm>
          <a:prstGeom prst="rect">
            <a:avLst/>
          </a:prstGeom>
          <a:noFill/>
          <a:ln>
            <a:noFill/>
          </a:ln>
        </p:spPr>
      </p:pic>
      <p:sp>
        <p:nvSpPr>
          <p:cNvPr id="91" name="Google Shape;91;p16"/>
          <p:cNvSpPr txBox="1"/>
          <p:nvPr/>
        </p:nvSpPr>
        <p:spPr>
          <a:xfrm>
            <a:off x="5549073" y="2394802"/>
            <a:ext cx="3000000" cy="8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latin typeface="Amatic SC"/>
                <a:ea typeface="Amatic SC"/>
                <a:cs typeface="Amatic SC"/>
                <a:sym typeface="Amatic SC"/>
              </a:rPr>
              <a:t>« le mythe est un mensonge qui dit </a:t>
            </a:r>
            <a:r>
              <a:rPr b="1" lang="en" sz="2200">
                <a:latin typeface="Amatic SC"/>
                <a:ea typeface="Amatic SC"/>
                <a:cs typeface="Amatic SC"/>
                <a:sym typeface="Amatic SC"/>
              </a:rPr>
              <a:t>la vérité »</a:t>
            </a:r>
            <a:endParaRPr b="1" sz="2200">
              <a:latin typeface="Amatic SC"/>
              <a:ea typeface="Amatic SC"/>
              <a:cs typeface="Amatic SC"/>
              <a:sym typeface="Amatic SC"/>
            </a:endParaRPr>
          </a:p>
          <a:p>
            <a:pPr indent="-311150" lvl="0" marL="457200" rtl="0" algn="l">
              <a:spcBef>
                <a:spcPts val="0"/>
              </a:spcBef>
              <a:spcAft>
                <a:spcPts val="0"/>
              </a:spcAft>
              <a:buClr>
                <a:schemeClr val="dk2"/>
              </a:buClr>
              <a:buSzPts val="1300"/>
              <a:buFont typeface="Libre Baskerville"/>
              <a:buChar char="-"/>
            </a:pPr>
            <a:r>
              <a:rPr lang="en" sz="1300">
                <a:solidFill>
                  <a:schemeClr val="dk2"/>
                </a:solidFill>
                <a:latin typeface="Libre Baskerville"/>
                <a:ea typeface="Libre Baskerville"/>
                <a:cs typeface="Libre Baskerville"/>
                <a:sym typeface="Libre Baskerville"/>
              </a:rPr>
              <a:t>Jean Cocteau</a:t>
            </a:r>
            <a:endParaRPr sz="1300">
              <a:solidFill>
                <a:schemeClr val="dk2"/>
              </a:solidFill>
              <a:latin typeface="Libre Baskerville"/>
              <a:ea typeface="Libre Baskerville"/>
              <a:cs typeface="Libre Baskerville"/>
              <a:sym typeface="Libre Baskerville"/>
            </a:endParaRPr>
          </a:p>
          <a:p>
            <a:pPr indent="0" lvl="0" marL="0" rtl="0" algn="l">
              <a:spcBef>
                <a:spcPts val="0"/>
              </a:spcBef>
              <a:spcAft>
                <a:spcPts val="0"/>
              </a:spcAft>
              <a:buNone/>
            </a:pPr>
            <a:r>
              <a:t/>
            </a:r>
            <a:endParaRPr b="1" sz="2100">
              <a:latin typeface="Amatic SC"/>
              <a:ea typeface="Amatic SC"/>
              <a:cs typeface="Amatic SC"/>
              <a:sym typeface="Amatic SC"/>
            </a:endParaRPr>
          </a:p>
        </p:txBody>
      </p:sp>
      <p:sp>
        <p:nvSpPr>
          <p:cNvPr id="92" name="Google Shape;92;p16"/>
          <p:cNvSpPr txBox="1"/>
          <p:nvPr>
            <p:ph idx="1" type="body"/>
          </p:nvPr>
        </p:nvSpPr>
        <p:spPr>
          <a:xfrm>
            <a:off x="700475" y="1176400"/>
            <a:ext cx="4848600" cy="3448200"/>
          </a:xfrm>
          <a:prstGeom prst="rect">
            <a:avLst/>
          </a:prstGeom>
        </p:spPr>
        <p:txBody>
          <a:bodyPr anchorCtr="0" anchor="t" bIns="91425" lIns="91425" spcFirstLastPara="1" rIns="91425" wrap="square" tIns="91425">
            <a:noAutofit/>
          </a:bodyPr>
          <a:lstStyle/>
          <a:p>
            <a:pPr indent="-355600" lvl="0" marL="457200" rtl="0" algn="l">
              <a:lnSpc>
                <a:spcPct val="200000"/>
              </a:lnSpc>
              <a:spcBef>
                <a:spcPts val="600"/>
              </a:spcBef>
              <a:spcAft>
                <a:spcPts val="0"/>
              </a:spcAft>
              <a:buClr>
                <a:srgbClr val="8C6546"/>
              </a:buClr>
              <a:buSzPts val="2000"/>
              <a:buChar char="✣"/>
            </a:pPr>
            <a:r>
              <a:rPr lang="en" sz="2000">
                <a:solidFill>
                  <a:srgbClr val="8C6546"/>
                </a:solidFill>
              </a:rPr>
              <a:t>Représentation idéalisée</a:t>
            </a:r>
            <a:endParaRPr sz="2000">
              <a:solidFill>
                <a:srgbClr val="8C6546"/>
              </a:solidFill>
            </a:endParaRPr>
          </a:p>
          <a:p>
            <a:pPr indent="-355600" lvl="0" marL="457200" rtl="0" algn="l">
              <a:lnSpc>
                <a:spcPct val="200000"/>
              </a:lnSpc>
              <a:spcBef>
                <a:spcPts val="0"/>
              </a:spcBef>
              <a:spcAft>
                <a:spcPts val="0"/>
              </a:spcAft>
              <a:buClr>
                <a:srgbClr val="8C6546"/>
              </a:buClr>
              <a:buSzPts val="2000"/>
              <a:buChar char="✣"/>
            </a:pPr>
            <a:r>
              <a:rPr lang="en" sz="2000">
                <a:solidFill>
                  <a:srgbClr val="8C6546"/>
                </a:solidFill>
              </a:rPr>
              <a:t>Humain à l’état pure/naturel</a:t>
            </a:r>
            <a:endParaRPr sz="2000">
              <a:solidFill>
                <a:srgbClr val="8C6546"/>
              </a:solidFill>
            </a:endParaRPr>
          </a:p>
          <a:p>
            <a:pPr indent="-355600" lvl="0" marL="457200" rtl="0" algn="l">
              <a:lnSpc>
                <a:spcPct val="200000"/>
              </a:lnSpc>
              <a:spcBef>
                <a:spcPts val="0"/>
              </a:spcBef>
              <a:spcAft>
                <a:spcPts val="0"/>
              </a:spcAft>
              <a:buClr>
                <a:srgbClr val="8C6546"/>
              </a:buClr>
              <a:buSzPts val="2000"/>
              <a:buChar char="✣"/>
            </a:pPr>
            <a:r>
              <a:rPr lang="en" sz="2000">
                <a:solidFill>
                  <a:srgbClr val="8C6546"/>
                </a:solidFill>
              </a:rPr>
              <a:t>Populaire au XVIIIe siècle</a:t>
            </a:r>
            <a:endParaRPr sz="2000">
              <a:solidFill>
                <a:srgbClr val="8C6546"/>
              </a:solidFill>
            </a:endParaRPr>
          </a:p>
          <a:p>
            <a:pPr indent="-355600" lvl="0" marL="457200" rtl="0" algn="l">
              <a:lnSpc>
                <a:spcPct val="200000"/>
              </a:lnSpc>
              <a:spcBef>
                <a:spcPts val="0"/>
              </a:spcBef>
              <a:spcAft>
                <a:spcPts val="0"/>
              </a:spcAft>
              <a:buClr>
                <a:srgbClr val="8C6546"/>
              </a:buClr>
              <a:buSzPts val="2000"/>
              <a:buChar char="✣"/>
            </a:pPr>
            <a:r>
              <a:rPr lang="en" sz="2000">
                <a:solidFill>
                  <a:srgbClr val="8C6546"/>
                </a:solidFill>
              </a:rPr>
              <a:t>C’est un </a:t>
            </a:r>
            <a:r>
              <a:rPr b="1" i="1" lang="en" sz="2000">
                <a:solidFill>
                  <a:srgbClr val="8C6546"/>
                </a:solidFill>
              </a:rPr>
              <a:t>mythe</a:t>
            </a:r>
            <a:endParaRPr sz="2000">
              <a:solidFill>
                <a:srgbClr val="8C6546"/>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ctrTitle"/>
          </p:nvPr>
        </p:nvSpPr>
        <p:spPr>
          <a:xfrm>
            <a:off x="1513950" y="1654417"/>
            <a:ext cx="6116100" cy="197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4800"/>
              <a:t>3</a:t>
            </a:r>
            <a:r>
              <a:rPr b="0" lang="en" sz="4800"/>
              <a:t>.</a:t>
            </a:r>
            <a:endParaRPr b="0" sz="4800"/>
          </a:p>
          <a:p>
            <a:pPr indent="0" lvl="0" marL="0" rtl="0" algn="ctr">
              <a:spcBef>
                <a:spcPts val="0"/>
              </a:spcBef>
              <a:spcAft>
                <a:spcPts val="0"/>
              </a:spcAft>
              <a:buNone/>
            </a:pPr>
            <a:r>
              <a:rPr lang="en"/>
              <a:t>Le mythe dans </a:t>
            </a:r>
            <a:endParaRPr/>
          </a:p>
          <a:p>
            <a:pPr indent="0" lvl="0" marL="0" rtl="0" algn="ctr">
              <a:spcBef>
                <a:spcPts val="0"/>
              </a:spcBef>
              <a:spcAft>
                <a:spcPts val="0"/>
              </a:spcAft>
              <a:buNone/>
            </a:pPr>
            <a:r>
              <a:rPr lang="en"/>
              <a:t>la litterature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idx="2" type="body"/>
          </p:nvPr>
        </p:nvSpPr>
        <p:spPr>
          <a:xfrm>
            <a:off x="5811613" y="1552340"/>
            <a:ext cx="2307000" cy="32973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500">
                <a:solidFill>
                  <a:srgbClr val="8C6546"/>
                </a:solidFill>
              </a:rPr>
              <a:t>Diderot:</a:t>
            </a:r>
            <a:endParaRPr sz="1500">
              <a:solidFill>
                <a:srgbClr val="8C6546"/>
              </a:solidFill>
            </a:endParaRPr>
          </a:p>
          <a:p>
            <a:pPr indent="0" lvl="0" marL="0" rtl="0" algn="l">
              <a:lnSpc>
                <a:spcPct val="115000"/>
              </a:lnSpc>
              <a:spcBef>
                <a:spcPts val="600"/>
              </a:spcBef>
              <a:spcAft>
                <a:spcPts val="0"/>
              </a:spcAft>
              <a:buNone/>
            </a:pPr>
            <a:r>
              <a:rPr lang="en" sz="1500">
                <a:solidFill>
                  <a:srgbClr val="8C6546"/>
                </a:solidFill>
              </a:rPr>
              <a:t>- </a:t>
            </a:r>
            <a:r>
              <a:rPr lang="en" sz="1200">
                <a:solidFill>
                  <a:srgbClr val="8C6546"/>
                </a:solidFill>
              </a:rPr>
              <a:t>« Supplément au voyage de Bougainville » (1772)</a:t>
            </a:r>
            <a:endParaRPr sz="1200">
              <a:solidFill>
                <a:srgbClr val="8C6546"/>
              </a:solidFill>
            </a:endParaRPr>
          </a:p>
          <a:p>
            <a:pPr indent="0" lvl="0" marL="0" rtl="0" algn="l">
              <a:spcBef>
                <a:spcPts val="600"/>
              </a:spcBef>
              <a:spcAft>
                <a:spcPts val="0"/>
              </a:spcAft>
              <a:buNone/>
            </a:pPr>
            <a:r>
              <a:t/>
            </a:r>
            <a:endParaRPr sz="1200">
              <a:solidFill>
                <a:srgbClr val="8C6546"/>
              </a:solidFill>
            </a:endParaRPr>
          </a:p>
          <a:p>
            <a:pPr indent="0" lvl="0" marL="0" rtl="0" algn="l">
              <a:spcBef>
                <a:spcPts val="600"/>
              </a:spcBef>
              <a:spcAft>
                <a:spcPts val="0"/>
              </a:spcAft>
              <a:buNone/>
            </a:pPr>
            <a:r>
              <a:rPr lang="en" sz="1200">
                <a:solidFill>
                  <a:srgbClr val="8C6546"/>
                </a:solidFill>
              </a:rPr>
              <a:t>- Veut rendre l’image utopique du sauvage plus réaliste</a:t>
            </a:r>
            <a:endParaRPr sz="1200">
              <a:solidFill>
                <a:srgbClr val="8C6546"/>
              </a:solidFill>
            </a:endParaRPr>
          </a:p>
          <a:p>
            <a:pPr indent="0" lvl="0" marL="0" rtl="0" algn="l">
              <a:spcBef>
                <a:spcPts val="600"/>
              </a:spcBef>
              <a:spcAft>
                <a:spcPts val="0"/>
              </a:spcAft>
              <a:buNone/>
            </a:pPr>
            <a:r>
              <a:t/>
            </a:r>
            <a:endParaRPr sz="1200">
              <a:solidFill>
                <a:srgbClr val="8C6546"/>
              </a:solidFill>
            </a:endParaRPr>
          </a:p>
          <a:p>
            <a:pPr indent="0" lvl="0" marL="0" rtl="0" algn="l">
              <a:spcBef>
                <a:spcPts val="600"/>
              </a:spcBef>
              <a:spcAft>
                <a:spcPts val="0"/>
              </a:spcAft>
              <a:buNone/>
            </a:pPr>
            <a:r>
              <a:rPr lang="en" sz="1200">
                <a:solidFill>
                  <a:srgbClr val="8C6546"/>
                </a:solidFill>
              </a:rPr>
              <a:t>- </a:t>
            </a:r>
            <a:r>
              <a:rPr lang="en" sz="1200">
                <a:solidFill>
                  <a:srgbClr val="8C6546"/>
                </a:solidFill>
              </a:rPr>
              <a:t>L'utilise</a:t>
            </a:r>
            <a:r>
              <a:rPr lang="en" sz="1200">
                <a:solidFill>
                  <a:srgbClr val="8C6546"/>
                </a:solidFill>
              </a:rPr>
              <a:t> pour </a:t>
            </a:r>
            <a:r>
              <a:rPr lang="en" sz="1200">
                <a:solidFill>
                  <a:srgbClr val="8C6546"/>
                </a:solidFill>
              </a:rPr>
              <a:t>dénoncer</a:t>
            </a:r>
            <a:r>
              <a:rPr lang="en" sz="1200">
                <a:solidFill>
                  <a:srgbClr val="8C6546"/>
                </a:solidFill>
              </a:rPr>
              <a:t> les colons </a:t>
            </a:r>
            <a:r>
              <a:rPr lang="en" sz="1200">
                <a:solidFill>
                  <a:srgbClr val="8C6546"/>
                </a:solidFill>
              </a:rPr>
              <a:t>européens</a:t>
            </a:r>
            <a:endParaRPr sz="1200">
              <a:solidFill>
                <a:srgbClr val="8C6546"/>
              </a:solidFill>
            </a:endParaRPr>
          </a:p>
        </p:txBody>
      </p:sp>
      <p:sp>
        <p:nvSpPr>
          <p:cNvPr id="103" name="Google Shape;103;p18"/>
          <p:cNvSpPr txBox="1"/>
          <p:nvPr>
            <p:ph idx="1" type="body"/>
          </p:nvPr>
        </p:nvSpPr>
        <p:spPr>
          <a:xfrm>
            <a:off x="961225" y="1552350"/>
            <a:ext cx="2307000" cy="32973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b="1" lang="en" sz="1500">
                <a:solidFill>
                  <a:srgbClr val="8C6546"/>
                </a:solidFill>
              </a:rPr>
              <a:t>Rousseau: </a:t>
            </a:r>
            <a:endParaRPr b="1" sz="1500">
              <a:solidFill>
                <a:srgbClr val="8C6546"/>
              </a:solidFill>
            </a:endParaRPr>
          </a:p>
          <a:p>
            <a:pPr indent="0" lvl="0" marL="0" rtl="0" algn="l">
              <a:lnSpc>
                <a:spcPct val="150000"/>
              </a:lnSpc>
              <a:spcBef>
                <a:spcPts val="0"/>
              </a:spcBef>
              <a:spcAft>
                <a:spcPts val="0"/>
              </a:spcAft>
              <a:buNone/>
            </a:pPr>
            <a:r>
              <a:rPr lang="en" sz="1200">
                <a:solidFill>
                  <a:srgbClr val="8C6546"/>
                </a:solidFill>
              </a:rPr>
              <a:t>- “Père” du mythe</a:t>
            </a:r>
            <a:endParaRPr sz="1200">
              <a:solidFill>
                <a:srgbClr val="8C6546"/>
              </a:solidFill>
            </a:endParaRPr>
          </a:p>
          <a:p>
            <a:pPr indent="0" lvl="0" marL="0" rtl="0" algn="l">
              <a:lnSpc>
                <a:spcPct val="115000"/>
              </a:lnSpc>
              <a:spcBef>
                <a:spcPts val="0"/>
              </a:spcBef>
              <a:spcAft>
                <a:spcPts val="0"/>
              </a:spcAft>
              <a:buNone/>
            </a:pPr>
            <a:r>
              <a:t/>
            </a:r>
            <a:endParaRPr sz="1200">
              <a:solidFill>
                <a:srgbClr val="8C6546"/>
              </a:solidFill>
            </a:endParaRPr>
          </a:p>
          <a:p>
            <a:pPr indent="0" lvl="0" marL="0" rtl="0" algn="l">
              <a:lnSpc>
                <a:spcPct val="115000"/>
              </a:lnSpc>
              <a:spcBef>
                <a:spcPts val="0"/>
              </a:spcBef>
              <a:spcAft>
                <a:spcPts val="0"/>
              </a:spcAft>
              <a:buNone/>
            </a:pPr>
            <a:r>
              <a:rPr lang="en" sz="1200">
                <a:solidFill>
                  <a:srgbClr val="8C6546"/>
                </a:solidFill>
              </a:rPr>
              <a:t>- </a:t>
            </a:r>
            <a:r>
              <a:rPr lang="en" sz="1200">
                <a:solidFill>
                  <a:srgbClr val="8C6546"/>
                </a:solidFill>
              </a:rPr>
              <a:t>État de nature idyllique </a:t>
            </a:r>
            <a:r>
              <a:rPr b="1" lang="en" sz="1200">
                <a:solidFill>
                  <a:srgbClr val="8C6546"/>
                </a:solidFill>
              </a:rPr>
              <a:t>+</a:t>
            </a:r>
            <a:r>
              <a:rPr lang="en" sz="1200">
                <a:solidFill>
                  <a:srgbClr val="8C6546"/>
                </a:solidFill>
              </a:rPr>
              <a:t> civilisation </a:t>
            </a:r>
            <a:r>
              <a:rPr lang="en" sz="1200">
                <a:solidFill>
                  <a:srgbClr val="8C6546"/>
                </a:solidFill>
              </a:rPr>
              <a:t>corruptrice</a:t>
            </a:r>
            <a:r>
              <a:rPr lang="en" sz="1200">
                <a:solidFill>
                  <a:srgbClr val="8C6546"/>
                </a:solidFill>
              </a:rPr>
              <a:t> </a:t>
            </a:r>
            <a:endParaRPr sz="1200">
              <a:solidFill>
                <a:srgbClr val="8C6546"/>
              </a:solidFill>
            </a:endParaRPr>
          </a:p>
          <a:p>
            <a:pPr indent="0" lvl="0" marL="0" rtl="0" algn="l">
              <a:lnSpc>
                <a:spcPct val="115000"/>
              </a:lnSpc>
              <a:spcBef>
                <a:spcPts val="0"/>
              </a:spcBef>
              <a:spcAft>
                <a:spcPts val="0"/>
              </a:spcAft>
              <a:buNone/>
            </a:pPr>
            <a:r>
              <a:t/>
            </a:r>
            <a:endParaRPr sz="1200">
              <a:solidFill>
                <a:srgbClr val="8C6546"/>
              </a:solidFill>
            </a:endParaRPr>
          </a:p>
          <a:p>
            <a:pPr indent="0" lvl="0" marL="0" rtl="0" algn="l">
              <a:lnSpc>
                <a:spcPct val="115000"/>
              </a:lnSpc>
              <a:spcBef>
                <a:spcPts val="0"/>
              </a:spcBef>
              <a:spcAft>
                <a:spcPts val="0"/>
              </a:spcAft>
              <a:buNone/>
            </a:pPr>
            <a:r>
              <a:rPr lang="en" sz="1200">
                <a:solidFill>
                  <a:srgbClr val="8C6546"/>
                </a:solidFill>
              </a:rPr>
              <a:t>- </a:t>
            </a:r>
            <a:r>
              <a:rPr lang="en" sz="1200">
                <a:solidFill>
                  <a:srgbClr val="8C6546"/>
                </a:solidFill>
              </a:rPr>
              <a:t>Mais cet état de nature n’existe plus </a:t>
            </a:r>
            <a:endParaRPr sz="1200">
              <a:solidFill>
                <a:srgbClr val="8C6546"/>
              </a:solidFill>
            </a:endParaRPr>
          </a:p>
          <a:p>
            <a:pPr indent="0" lvl="0" marL="0" rtl="0" algn="l">
              <a:lnSpc>
                <a:spcPct val="115000"/>
              </a:lnSpc>
              <a:spcBef>
                <a:spcPts val="0"/>
              </a:spcBef>
              <a:spcAft>
                <a:spcPts val="0"/>
              </a:spcAft>
              <a:buNone/>
            </a:pPr>
            <a:r>
              <a:t/>
            </a:r>
            <a:endParaRPr sz="1200">
              <a:solidFill>
                <a:srgbClr val="8C6546"/>
              </a:solidFill>
            </a:endParaRPr>
          </a:p>
          <a:p>
            <a:pPr indent="0" lvl="0" marL="0" rtl="0" algn="l">
              <a:lnSpc>
                <a:spcPct val="115000"/>
              </a:lnSpc>
              <a:spcBef>
                <a:spcPts val="0"/>
              </a:spcBef>
              <a:spcAft>
                <a:spcPts val="0"/>
              </a:spcAft>
              <a:buNone/>
            </a:pPr>
            <a:r>
              <a:rPr lang="en" sz="1200">
                <a:solidFill>
                  <a:srgbClr val="8C6546"/>
                </a:solidFill>
              </a:rPr>
              <a:t>- </a:t>
            </a:r>
            <a:r>
              <a:rPr lang="en" sz="1200">
                <a:solidFill>
                  <a:srgbClr val="8C6546"/>
                </a:solidFill>
              </a:rPr>
              <a:t>Non pas  « nature » ≠ « culture » mais </a:t>
            </a:r>
            <a:r>
              <a:rPr lang="en" sz="1200">
                <a:solidFill>
                  <a:srgbClr val="8C6546"/>
                </a:solidFill>
              </a:rPr>
              <a:t>plutôt</a:t>
            </a:r>
            <a:r>
              <a:rPr lang="en" sz="1200">
                <a:solidFill>
                  <a:srgbClr val="8C6546"/>
                </a:solidFill>
              </a:rPr>
              <a:t> 2 civilisations </a:t>
            </a:r>
            <a:r>
              <a:rPr lang="en" sz="1200">
                <a:solidFill>
                  <a:srgbClr val="8C6546"/>
                </a:solidFill>
              </a:rPr>
              <a:t>différentes</a:t>
            </a:r>
            <a:endParaRPr sz="1200">
              <a:solidFill>
                <a:srgbClr val="8C6546"/>
              </a:solidFill>
            </a:endParaRPr>
          </a:p>
          <a:p>
            <a:pPr indent="0" lvl="0" marL="0" rtl="0" algn="l">
              <a:spcBef>
                <a:spcPts val="600"/>
              </a:spcBef>
              <a:spcAft>
                <a:spcPts val="0"/>
              </a:spcAft>
              <a:buNone/>
            </a:pPr>
            <a:r>
              <a:t/>
            </a:r>
            <a:endParaRPr b="1" sz="1200">
              <a:solidFill>
                <a:srgbClr val="8C6546"/>
              </a:solidFill>
            </a:endParaRPr>
          </a:p>
        </p:txBody>
      </p:sp>
      <p:sp>
        <p:nvSpPr>
          <p:cNvPr id="104" name="Google Shape;104;p18"/>
          <p:cNvSpPr txBox="1"/>
          <p:nvPr>
            <p:ph idx="2" type="body"/>
          </p:nvPr>
        </p:nvSpPr>
        <p:spPr>
          <a:xfrm>
            <a:off x="3386413" y="1552350"/>
            <a:ext cx="2307000" cy="32973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500">
                <a:solidFill>
                  <a:srgbClr val="8C6546"/>
                </a:solidFill>
              </a:rPr>
              <a:t>Voltaire:</a:t>
            </a:r>
            <a:endParaRPr b="1" sz="1500">
              <a:solidFill>
                <a:srgbClr val="8C6546"/>
              </a:solidFill>
            </a:endParaRPr>
          </a:p>
          <a:p>
            <a:pPr indent="0" lvl="0" marL="0" rtl="0" algn="l">
              <a:lnSpc>
                <a:spcPct val="115000"/>
              </a:lnSpc>
              <a:spcBef>
                <a:spcPts val="600"/>
              </a:spcBef>
              <a:spcAft>
                <a:spcPts val="0"/>
              </a:spcAft>
              <a:buNone/>
            </a:pPr>
            <a:r>
              <a:rPr lang="en" sz="1500">
                <a:solidFill>
                  <a:srgbClr val="8C6546"/>
                </a:solidFill>
              </a:rPr>
              <a:t>- </a:t>
            </a:r>
            <a:r>
              <a:rPr lang="en" sz="1200">
                <a:solidFill>
                  <a:srgbClr val="8C6546"/>
                </a:solidFill>
              </a:rPr>
              <a:t>Critique Rousseau</a:t>
            </a:r>
            <a:endParaRPr sz="1200">
              <a:solidFill>
                <a:srgbClr val="8C6546"/>
              </a:solidFill>
            </a:endParaRPr>
          </a:p>
          <a:p>
            <a:pPr indent="0" lvl="0" marL="0" rtl="0" algn="l">
              <a:spcBef>
                <a:spcPts val="600"/>
              </a:spcBef>
              <a:spcAft>
                <a:spcPts val="0"/>
              </a:spcAft>
              <a:buNone/>
            </a:pPr>
            <a:r>
              <a:t/>
            </a:r>
            <a:endParaRPr sz="1200">
              <a:solidFill>
                <a:srgbClr val="8C6546"/>
              </a:solidFill>
            </a:endParaRPr>
          </a:p>
          <a:p>
            <a:pPr indent="0" lvl="0" marL="0" rtl="0" algn="l">
              <a:spcBef>
                <a:spcPts val="600"/>
              </a:spcBef>
              <a:spcAft>
                <a:spcPts val="0"/>
              </a:spcAft>
              <a:buNone/>
            </a:pPr>
            <a:r>
              <a:rPr lang="en" sz="1200">
                <a:solidFill>
                  <a:srgbClr val="8C6546"/>
                </a:solidFill>
              </a:rPr>
              <a:t>- Méprise la théorie—&gt; satires</a:t>
            </a:r>
            <a:endParaRPr sz="1200">
              <a:solidFill>
                <a:srgbClr val="8C6546"/>
              </a:solidFill>
            </a:endParaRPr>
          </a:p>
          <a:p>
            <a:pPr indent="0" lvl="0" marL="0" rtl="0" algn="l">
              <a:spcBef>
                <a:spcPts val="600"/>
              </a:spcBef>
              <a:spcAft>
                <a:spcPts val="0"/>
              </a:spcAft>
              <a:buNone/>
            </a:pPr>
            <a:r>
              <a:t/>
            </a:r>
            <a:endParaRPr sz="1200">
              <a:solidFill>
                <a:srgbClr val="8C6546"/>
              </a:solidFill>
            </a:endParaRPr>
          </a:p>
          <a:p>
            <a:pPr indent="0" lvl="0" marL="0" rtl="0" algn="l">
              <a:spcBef>
                <a:spcPts val="600"/>
              </a:spcBef>
              <a:spcAft>
                <a:spcPts val="0"/>
              </a:spcAft>
              <a:buNone/>
            </a:pPr>
            <a:r>
              <a:rPr lang="en" sz="1200">
                <a:solidFill>
                  <a:srgbClr val="8C6546"/>
                </a:solidFill>
              </a:rPr>
              <a:t>- Le sauvage souligne l’importance de la civilisation</a:t>
            </a:r>
            <a:endParaRPr sz="1200">
              <a:solidFill>
                <a:srgbClr val="8C6546"/>
              </a:solidFill>
            </a:endParaRPr>
          </a:p>
        </p:txBody>
      </p:sp>
      <p:sp>
        <p:nvSpPr>
          <p:cNvPr id="105" name="Google Shape;105;p18"/>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06" name="Google Shape;106;p18"/>
          <p:cNvSpPr txBox="1"/>
          <p:nvPr>
            <p:ph type="title"/>
          </p:nvPr>
        </p:nvSpPr>
        <p:spPr>
          <a:xfrm>
            <a:off x="697725" y="521800"/>
            <a:ext cx="76689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4000"/>
              <a:t>Mythe dans la litterature</a:t>
            </a:r>
            <a:endParaRPr b="1" sz="4000"/>
          </a:p>
        </p:txBody>
      </p:sp>
      <p:pic>
        <p:nvPicPr>
          <p:cNvPr id="107" name="Google Shape;107;p18"/>
          <p:cNvPicPr preferRelativeResize="0"/>
          <p:nvPr/>
        </p:nvPicPr>
        <p:blipFill>
          <a:blip r:embed="rId3">
            <a:alphaModFix/>
          </a:blip>
          <a:stretch>
            <a:fillRect/>
          </a:stretch>
        </p:blipFill>
        <p:spPr>
          <a:xfrm>
            <a:off x="56487" y="3747383"/>
            <a:ext cx="786550" cy="1321400"/>
          </a:xfrm>
          <a:prstGeom prst="rect">
            <a:avLst/>
          </a:prstGeom>
          <a:noFill/>
          <a:ln>
            <a:noFill/>
          </a:ln>
        </p:spPr>
      </p:pic>
      <p:sp>
        <p:nvSpPr>
          <p:cNvPr id="108" name="Google Shape;108;p18"/>
          <p:cNvSpPr txBox="1"/>
          <p:nvPr/>
        </p:nvSpPr>
        <p:spPr>
          <a:xfrm>
            <a:off x="615645" y="73735"/>
            <a:ext cx="7668900" cy="652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500">
                <a:latin typeface="Amatic SC"/>
                <a:ea typeface="Amatic SC"/>
                <a:cs typeface="Amatic SC"/>
                <a:sym typeface="Amatic SC"/>
              </a:rPr>
              <a:t>« La nature a fait l’homme heureux et bon, mais […] la société le déprave et le rend misérable. »</a:t>
            </a:r>
            <a:endParaRPr b="1" sz="1500">
              <a:latin typeface="Amatic SC"/>
              <a:ea typeface="Amatic SC"/>
              <a:cs typeface="Amatic SC"/>
              <a:sym typeface="Amatic SC"/>
            </a:endParaRPr>
          </a:p>
          <a:p>
            <a:pPr indent="0" lvl="0" marL="0" rtl="0" algn="ctr">
              <a:lnSpc>
                <a:spcPct val="115000"/>
              </a:lnSpc>
              <a:spcBef>
                <a:spcPts val="0"/>
              </a:spcBef>
              <a:spcAft>
                <a:spcPts val="0"/>
              </a:spcAft>
              <a:buNone/>
            </a:pPr>
            <a:r>
              <a:rPr b="1" lang="en" sz="1500">
                <a:latin typeface="Amatic SC"/>
                <a:ea typeface="Amatic SC"/>
                <a:cs typeface="Amatic SC"/>
                <a:sym typeface="Amatic SC"/>
              </a:rPr>
              <a:t>« l'homme naît bon, c'est la société qui le corrompt »</a:t>
            </a:r>
            <a:endParaRPr b="1" sz="1500">
              <a:latin typeface="Amatic SC"/>
              <a:ea typeface="Amatic SC"/>
              <a:cs typeface="Amatic SC"/>
              <a:sym typeface="Amatic SC"/>
            </a:endParaRPr>
          </a:p>
          <a:p>
            <a:pPr indent="0" lvl="0" marL="0" rtl="0" algn="ctr">
              <a:spcBef>
                <a:spcPts val="0"/>
              </a:spcBef>
              <a:spcAft>
                <a:spcPts val="0"/>
              </a:spcAft>
              <a:buNone/>
            </a:pPr>
            <a:r>
              <a:t/>
            </a:r>
            <a:endParaRPr b="1" sz="1500">
              <a:latin typeface="Libre Baskerville"/>
              <a:ea typeface="Libre Baskerville"/>
              <a:cs typeface="Libre Baskerville"/>
              <a:sym typeface="Libre Baskerville"/>
            </a:endParaRPr>
          </a:p>
        </p:txBody>
      </p:sp>
      <p:pic>
        <p:nvPicPr>
          <p:cNvPr id="109" name="Google Shape;109;p18"/>
          <p:cNvPicPr preferRelativeResize="0"/>
          <p:nvPr/>
        </p:nvPicPr>
        <p:blipFill>
          <a:blip r:embed="rId4">
            <a:alphaModFix/>
          </a:blip>
          <a:stretch>
            <a:fillRect/>
          </a:stretch>
        </p:blipFill>
        <p:spPr>
          <a:xfrm>
            <a:off x="8118635" y="3682851"/>
            <a:ext cx="924963" cy="1321400"/>
          </a:xfrm>
          <a:prstGeom prst="rect">
            <a:avLst/>
          </a:prstGeom>
          <a:noFill/>
          <a:ln>
            <a:noFill/>
          </a:ln>
        </p:spPr>
      </p:pic>
      <p:pic>
        <p:nvPicPr>
          <p:cNvPr id="110" name="Google Shape;110;p18"/>
          <p:cNvPicPr preferRelativeResize="0"/>
          <p:nvPr/>
        </p:nvPicPr>
        <p:blipFill rotWithShape="1">
          <a:blip r:embed="rId5">
            <a:alphaModFix/>
          </a:blip>
          <a:srcRect b="60574" l="51119" r="38545" t="37096"/>
          <a:stretch/>
        </p:blipFill>
        <p:spPr>
          <a:xfrm>
            <a:off x="4189458" y="1379201"/>
            <a:ext cx="765077" cy="11982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ctrTitle"/>
          </p:nvPr>
        </p:nvSpPr>
        <p:spPr>
          <a:xfrm>
            <a:off x="1513950" y="1505341"/>
            <a:ext cx="6116100" cy="197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4800"/>
              <a:t>4</a:t>
            </a:r>
            <a:r>
              <a:rPr b="0" lang="en" sz="4800"/>
              <a:t>.</a:t>
            </a:r>
            <a:endParaRPr b="0" sz="4800"/>
          </a:p>
          <a:p>
            <a:pPr indent="0" lvl="0" marL="0" rtl="0" algn="ctr">
              <a:spcBef>
                <a:spcPts val="0"/>
              </a:spcBef>
              <a:spcAft>
                <a:spcPts val="0"/>
              </a:spcAft>
              <a:buNone/>
            </a:pPr>
            <a:r>
              <a:rPr lang="en"/>
              <a:t>Le mythe dans </a:t>
            </a:r>
            <a:endParaRPr/>
          </a:p>
          <a:p>
            <a:pPr indent="0" lvl="0" marL="0" rtl="0" algn="ctr">
              <a:spcBef>
                <a:spcPts val="0"/>
              </a:spcBef>
              <a:spcAft>
                <a:spcPts val="0"/>
              </a:spcAft>
              <a:buNone/>
            </a:pPr>
            <a:r>
              <a:rPr lang="en"/>
              <a:t>Montaigne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7" y="265054"/>
            <a:ext cx="8964300" cy="888300"/>
          </a:xfrm>
          <a:prstGeom prst="rect">
            <a:avLst/>
          </a:prstGeom>
        </p:spPr>
        <p:txBody>
          <a:bodyPr anchorCtr="0" anchor="ctr" bIns="91425" lIns="91425" spcFirstLastPara="1" rIns="91425" wrap="square" tIns="91425">
            <a:noAutofit/>
          </a:bodyPr>
          <a:lstStyle/>
          <a:p>
            <a:pPr indent="0" lvl="0" marL="0" rtl="0" algn="ctr">
              <a:spcBef>
                <a:spcPts val="600"/>
              </a:spcBef>
              <a:spcAft>
                <a:spcPts val="0"/>
              </a:spcAft>
              <a:buNone/>
            </a:pPr>
            <a:r>
              <a:rPr b="1" lang="en" sz="4000">
                <a:solidFill>
                  <a:schemeClr val="dk2"/>
                </a:solidFill>
              </a:rPr>
              <a:t>La </a:t>
            </a:r>
            <a:r>
              <a:rPr b="1" lang="en" sz="4000">
                <a:solidFill>
                  <a:schemeClr val="dk2"/>
                </a:solidFill>
              </a:rPr>
              <a:t>défense</a:t>
            </a:r>
            <a:r>
              <a:rPr b="1" lang="en" sz="4000">
                <a:solidFill>
                  <a:schemeClr val="dk2"/>
                </a:solidFill>
              </a:rPr>
              <a:t> du cannibalisme</a:t>
            </a:r>
            <a:endParaRPr sz="4000"/>
          </a:p>
        </p:txBody>
      </p:sp>
      <p:sp>
        <p:nvSpPr>
          <p:cNvPr id="121" name="Google Shape;121;p20"/>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122" name="Google Shape;122;p20"/>
          <p:cNvPicPr preferRelativeResize="0"/>
          <p:nvPr/>
        </p:nvPicPr>
        <p:blipFill rotWithShape="1">
          <a:blip r:embed="rId3">
            <a:alphaModFix/>
          </a:blip>
          <a:srcRect b="60574" l="51119" r="38545" t="37096"/>
          <a:stretch/>
        </p:blipFill>
        <p:spPr>
          <a:xfrm>
            <a:off x="4189458" y="1379201"/>
            <a:ext cx="765077" cy="119827"/>
          </a:xfrm>
          <a:prstGeom prst="rect">
            <a:avLst/>
          </a:prstGeom>
          <a:noFill/>
          <a:ln>
            <a:noFill/>
          </a:ln>
        </p:spPr>
      </p:pic>
      <p:sp>
        <p:nvSpPr>
          <p:cNvPr id="123" name="Google Shape;123;p20"/>
          <p:cNvSpPr txBox="1"/>
          <p:nvPr>
            <p:ph idx="2" type="body"/>
          </p:nvPr>
        </p:nvSpPr>
        <p:spPr>
          <a:xfrm>
            <a:off x="4651978" y="1213500"/>
            <a:ext cx="3126900" cy="371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sz="1200">
              <a:solidFill>
                <a:schemeClr val="dk2"/>
              </a:solidFill>
            </a:endParaRPr>
          </a:p>
          <a:p>
            <a:pPr indent="0" lvl="0" marL="0" rtl="0" algn="l">
              <a:spcBef>
                <a:spcPts val="600"/>
              </a:spcBef>
              <a:spcAft>
                <a:spcPts val="0"/>
              </a:spcAft>
              <a:buNone/>
            </a:pPr>
            <a:r>
              <a:t/>
            </a:r>
            <a:endParaRPr sz="100">
              <a:solidFill>
                <a:schemeClr val="dk2"/>
              </a:solidFill>
            </a:endParaRPr>
          </a:p>
          <a:p>
            <a:pPr indent="-285750" lvl="0" marL="457200" rtl="0" algn="l">
              <a:lnSpc>
                <a:spcPct val="115000"/>
              </a:lnSpc>
              <a:spcBef>
                <a:spcPts val="0"/>
              </a:spcBef>
              <a:spcAft>
                <a:spcPts val="0"/>
              </a:spcAft>
              <a:buClr>
                <a:schemeClr val="dk2"/>
              </a:buClr>
              <a:buSzPts val="900"/>
              <a:buChar char="-"/>
            </a:pPr>
            <a:r>
              <a:t/>
            </a:r>
            <a:endParaRPr sz="900">
              <a:solidFill>
                <a:schemeClr val="dk2"/>
              </a:solidFill>
            </a:endParaRPr>
          </a:p>
          <a:p>
            <a:pPr indent="0" lvl="0" marL="0" rtl="0" algn="l">
              <a:lnSpc>
                <a:spcPct val="115000"/>
              </a:lnSpc>
              <a:spcBef>
                <a:spcPts val="0"/>
              </a:spcBef>
              <a:spcAft>
                <a:spcPts val="0"/>
              </a:spcAft>
              <a:buNone/>
            </a:pPr>
            <a:r>
              <a:t/>
            </a:r>
            <a:endParaRPr sz="900">
              <a:solidFill>
                <a:schemeClr val="dk2"/>
              </a:solidFill>
            </a:endParaRPr>
          </a:p>
          <a:p>
            <a:pPr indent="0" lvl="0" marL="0" rtl="0" algn="l">
              <a:spcBef>
                <a:spcPts val="600"/>
              </a:spcBef>
              <a:spcAft>
                <a:spcPts val="0"/>
              </a:spcAft>
              <a:buNone/>
            </a:pPr>
            <a:r>
              <a:t/>
            </a:r>
            <a:endParaRPr sz="900">
              <a:solidFill>
                <a:schemeClr val="dk2"/>
              </a:solidFill>
            </a:endParaRPr>
          </a:p>
          <a:p>
            <a:pPr indent="0" lvl="0" marL="0" rtl="0" algn="l">
              <a:spcBef>
                <a:spcPts val="600"/>
              </a:spcBef>
              <a:spcAft>
                <a:spcPts val="0"/>
              </a:spcAft>
              <a:buNone/>
            </a:pPr>
            <a:r>
              <a:t/>
            </a:r>
            <a:endParaRPr sz="1200">
              <a:solidFill>
                <a:schemeClr val="dk2"/>
              </a:solidFill>
            </a:endParaRPr>
          </a:p>
          <a:p>
            <a:pPr indent="-285750" lvl="0" marL="457200" rtl="0" algn="l">
              <a:lnSpc>
                <a:spcPct val="115000"/>
              </a:lnSpc>
              <a:spcBef>
                <a:spcPts val="0"/>
              </a:spcBef>
              <a:spcAft>
                <a:spcPts val="0"/>
              </a:spcAft>
              <a:buClr>
                <a:schemeClr val="dk2"/>
              </a:buClr>
              <a:buSzPts val="900"/>
              <a:buChar char="-"/>
            </a:pPr>
            <a:r>
              <a:t/>
            </a:r>
            <a:endParaRPr sz="900">
              <a:solidFill>
                <a:schemeClr val="dk2"/>
              </a:solidFill>
            </a:endParaRPr>
          </a:p>
        </p:txBody>
      </p:sp>
      <p:sp>
        <p:nvSpPr>
          <p:cNvPr id="124" name="Google Shape;124;p20"/>
          <p:cNvSpPr txBox="1"/>
          <p:nvPr>
            <p:ph idx="1" type="body"/>
          </p:nvPr>
        </p:nvSpPr>
        <p:spPr>
          <a:xfrm>
            <a:off x="1744625" y="1103550"/>
            <a:ext cx="5665200" cy="3930000"/>
          </a:xfrm>
          <a:prstGeom prst="rect">
            <a:avLst/>
          </a:prstGeom>
        </p:spPr>
        <p:txBody>
          <a:bodyPr anchorCtr="0" anchor="t" bIns="91425" lIns="91425" spcFirstLastPara="1" rIns="91425" wrap="square" tIns="91425">
            <a:noAutofit/>
          </a:bodyPr>
          <a:lstStyle/>
          <a:p>
            <a:pPr indent="0" lvl="0" marL="0" rtl="0" algn="l">
              <a:lnSpc>
                <a:spcPct val="100000"/>
              </a:lnSpc>
              <a:spcBef>
                <a:spcPts val="600"/>
              </a:spcBef>
              <a:spcAft>
                <a:spcPts val="0"/>
              </a:spcAft>
              <a:buNone/>
            </a:pPr>
            <a:r>
              <a:rPr lang="en" sz="1300">
                <a:solidFill>
                  <a:srgbClr val="725239"/>
                </a:solidFill>
              </a:rPr>
              <a:t>Dans « Des Cannibales »:</a:t>
            </a:r>
            <a:endParaRPr sz="1300">
              <a:solidFill>
                <a:srgbClr val="725239"/>
              </a:solidFill>
            </a:endParaRPr>
          </a:p>
          <a:p>
            <a:pPr indent="0" lvl="0" marL="0" rtl="0" algn="l">
              <a:lnSpc>
                <a:spcPct val="100000"/>
              </a:lnSpc>
              <a:spcBef>
                <a:spcPts val="600"/>
              </a:spcBef>
              <a:spcAft>
                <a:spcPts val="0"/>
              </a:spcAft>
              <a:buNone/>
            </a:pPr>
            <a:r>
              <a:t/>
            </a:r>
            <a:endParaRPr sz="200">
              <a:solidFill>
                <a:srgbClr val="725239"/>
              </a:solidFill>
            </a:endParaRPr>
          </a:p>
          <a:p>
            <a:pPr indent="0" lvl="0" marL="0" rtl="0" algn="l">
              <a:lnSpc>
                <a:spcPct val="100000"/>
              </a:lnSpc>
              <a:spcBef>
                <a:spcPts val="600"/>
              </a:spcBef>
              <a:spcAft>
                <a:spcPts val="0"/>
              </a:spcAft>
              <a:buNone/>
            </a:pPr>
            <a:r>
              <a:rPr lang="en" sz="1300">
                <a:solidFill>
                  <a:srgbClr val="725239"/>
                </a:solidFill>
              </a:rPr>
              <a:t>Sur les indigènes:</a:t>
            </a:r>
            <a:endParaRPr sz="1300">
              <a:solidFill>
                <a:srgbClr val="725239"/>
              </a:solidFill>
            </a:endParaRPr>
          </a:p>
          <a:p>
            <a:pPr indent="0" lvl="0" marL="0" rtl="0" algn="l">
              <a:lnSpc>
                <a:spcPct val="100000"/>
              </a:lnSpc>
              <a:spcBef>
                <a:spcPts val="600"/>
              </a:spcBef>
              <a:spcAft>
                <a:spcPts val="0"/>
              </a:spcAft>
              <a:buNone/>
            </a:pPr>
            <a:r>
              <a:t/>
            </a:r>
            <a:endParaRPr sz="200">
              <a:solidFill>
                <a:srgbClr val="725239"/>
              </a:solidFill>
            </a:endParaRPr>
          </a:p>
          <a:p>
            <a:pPr indent="-292100" lvl="0" marL="457200" rtl="0" algn="l">
              <a:lnSpc>
                <a:spcPct val="115000"/>
              </a:lnSpc>
              <a:spcBef>
                <a:spcPts val="0"/>
              </a:spcBef>
              <a:spcAft>
                <a:spcPts val="0"/>
              </a:spcAft>
              <a:buClr>
                <a:srgbClr val="725239"/>
              </a:buClr>
              <a:buSzPts val="1000"/>
              <a:buChar char="-"/>
            </a:pPr>
            <a:r>
              <a:rPr lang="en" sz="1000">
                <a:solidFill>
                  <a:srgbClr val="725239"/>
                </a:solidFill>
              </a:rPr>
              <a:t>Montaigne défend les normes cannibales des amérindiens en notant l'idée de partage et oppose leurs actions à celles des portugais </a:t>
            </a:r>
            <a:endParaRPr sz="1000">
              <a:solidFill>
                <a:srgbClr val="725239"/>
              </a:solidFill>
            </a:endParaRPr>
          </a:p>
          <a:p>
            <a:pPr indent="0" lvl="0" marL="0" rtl="0" algn="l">
              <a:lnSpc>
                <a:spcPct val="115000"/>
              </a:lnSpc>
              <a:spcBef>
                <a:spcPts val="0"/>
              </a:spcBef>
              <a:spcAft>
                <a:spcPts val="0"/>
              </a:spcAft>
              <a:buNone/>
            </a:pPr>
            <a:r>
              <a:t/>
            </a:r>
            <a:endParaRPr sz="1000">
              <a:solidFill>
                <a:srgbClr val="725239"/>
              </a:solidFill>
            </a:endParaRPr>
          </a:p>
          <a:p>
            <a:pPr indent="0" lvl="0" marL="0" rtl="0" algn="l">
              <a:lnSpc>
                <a:spcPct val="115000"/>
              </a:lnSpc>
              <a:spcBef>
                <a:spcPts val="0"/>
              </a:spcBef>
              <a:spcAft>
                <a:spcPts val="0"/>
              </a:spcAft>
              <a:buNone/>
            </a:pPr>
            <a:r>
              <a:t/>
            </a:r>
            <a:endParaRPr sz="500">
              <a:solidFill>
                <a:srgbClr val="725239"/>
              </a:solidFill>
            </a:endParaRPr>
          </a:p>
          <a:p>
            <a:pPr indent="-292100" lvl="0" marL="457200" rtl="0" algn="l">
              <a:lnSpc>
                <a:spcPct val="115000"/>
              </a:lnSpc>
              <a:spcBef>
                <a:spcPts val="0"/>
              </a:spcBef>
              <a:spcAft>
                <a:spcPts val="0"/>
              </a:spcAft>
              <a:buClr>
                <a:srgbClr val="725239"/>
              </a:buClr>
              <a:buSzPts val="1000"/>
              <a:buChar char="-"/>
            </a:pPr>
            <a:r>
              <a:rPr lang="en" sz="1000">
                <a:solidFill>
                  <a:srgbClr val="725239"/>
                </a:solidFill>
              </a:rPr>
              <a:t>« Cela fait, ils le rôtissent et en mangent en commun et en envoient des lopins à ceux de leurs amis[...] »</a:t>
            </a:r>
            <a:endParaRPr sz="1000">
              <a:solidFill>
                <a:srgbClr val="725239"/>
              </a:solidFill>
            </a:endParaRPr>
          </a:p>
          <a:p>
            <a:pPr indent="0" lvl="0" marL="0" rtl="0" algn="l">
              <a:lnSpc>
                <a:spcPct val="115000"/>
              </a:lnSpc>
              <a:spcBef>
                <a:spcPts val="0"/>
              </a:spcBef>
              <a:spcAft>
                <a:spcPts val="0"/>
              </a:spcAft>
              <a:buNone/>
            </a:pPr>
            <a:r>
              <a:t/>
            </a:r>
            <a:endParaRPr sz="1000">
              <a:solidFill>
                <a:srgbClr val="725239"/>
              </a:solidFill>
            </a:endParaRPr>
          </a:p>
          <a:p>
            <a:pPr indent="0" lvl="0" marL="0" rtl="0" algn="l">
              <a:lnSpc>
                <a:spcPct val="115000"/>
              </a:lnSpc>
              <a:spcBef>
                <a:spcPts val="0"/>
              </a:spcBef>
              <a:spcAft>
                <a:spcPts val="0"/>
              </a:spcAft>
              <a:buNone/>
            </a:pPr>
            <a:r>
              <a:t/>
            </a:r>
            <a:endParaRPr sz="500">
              <a:solidFill>
                <a:srgbClr val="725239"/>
              </a:solidFill>
            </a:endParaRPr>
          </a:p>
          <a:p>
            <a:pPr indent="-292100" lvl="0" marL="457200" rtl="0" algn="l">
              <a:lnSpc>
                <a:spcPct val="115000"/>
              </a:lnSpc>
              <a:spcBef>
                <a:spcPts val="0"/>
              </a:spcBef>
              <a:spcAft>
                <a:spcPts val="0"/>
              </a:spcAft>
              <a:buClr>
                <a:srgbClr val="725239"/>
              </a:buClr>
              <a:buSzPts val="1000"/>
              <a:buChar char="-"/>
            </a:pPr>
            <a:r>
              <a:rPr lang="en" sz="1000">
                <a:solidFill>
                  <a:srgbClr val="725239"/>
                </a:solidFill>
              </a:rPr>
              <a:t>« il y a plus de barbarie à manger un homme vivant qu'à le manger mort [...]»</a:t>
            </a:r>
            <a:endParaRPr sz="1000">
              <a:solidFill>
                <a:srgbClr val="725239"/>
              </a:solidFill>
            </a:endParaRPr>
          </a:p>
          <a:p>
            <a:pPr indent="0" lvl="0" marL="0" rtl="0" algn="l">
              <a:lnSpc>
                <a:spcPct val="115000"/>
              </a:lnSpc>
              <a:spcBef>
                <a:spcPts val="0"/>
              </a:spcBef>
              <a:spcAft>
                <a:spcPts val="0"/>
              </a:spcAft>
              <a:buNone/>
            </a:pPr>
            <a:r>
              <a:t/>
            </a:r>
            <a:endParaRPr sz="500">
              <a:solidFill>
                <a:srgbClr val="725239"/>
              </a:solidFill>
            </a:endParaRPr>
          </a:p>
          <a:p>
            <a:pPr indent="0" lvl="0" marL="0" rtl="0" algn="l">
              <a:lnSpc>
                <a:spcPct val="115000"/>
              </a:lnSpc>
              <a:spcBef>
                <a:spcPts val="0"/>
              </a:spcBef>
              <a:spcAft>
                <a:spcPts val="0"/>
              </a:spcAft>
              <a:buNone/>
            </a:pPr>
            <a:r>
              <a:t/>
            </a:r>
            <a:endParaRPr sz="1000">
              <a:solidFill>
                <a:srgbClr val="725239"/>
              </a:solidFill>
            </a:endParaRPr>
          </a:p>
          <a:p>
            <a:pPr indent="-292100" lvl="0" marL="457200" rtl="0" algn="l">
              <a:lnSpc>
                <a:spcPct val="115000"/>
              </a:lnSpc>
              <a:spcBef>
                <a:spcPts val="0"/>
              </a:spcBef>
              <a:spcAft>
                <a:spcPts val="0"/>
              </a:spcAft>
              <a:buClr>
                <a:srgbClr val="725239"/>
              </a:buClr>
              <a:buSzPts val="1000"/>
              <a:buChar char="-"/>
            </a:pPr>
            <a:r>
              <a:rPr lang="en" sz="1000">
                <a:solidFill>
                  <a:srgbClr val="725239"/>
                </a:solidFill>
              </a:rPr>
              <a:t>Argument d'autorité. « aucun mal de se servir de notre charogne à quoi que ce fut pour notre besoin»</a:t>
            </a:r>
            <a:endParaRPr sz="1000">
              <a:solidFill>
                <a:srgbClr val="725239"/>
              </a:solidFill>
            </a:endParaRPr>
          </a:p>
          <a:p>
            <a:pPr indent="0" lvl="0" marL="0" rtl="0" algn="l">
              <a:lnSpc>
                <a:spcPct val="115000"/>
              </a:lnSpc>
              <a:spcBef>
                <a:spcPts val="0"/>
              </a:spcBef>
              <a:spcAft>
                <a:spcPts val="0"/>
              </a:spcAft>
              <a:buNone/>
            </a:pPr>
            <a:r>
              <a:t/>
            </a:r>
            <a:endParaRPr sz="500">
              <a:solidFill>
                <a:srgbClr val="725239"/>
              </a:solidFill>
            </a:endParaRPr>
          </a:p>
          <a:p>
            <a:pPr indent="0" lvl="0" marL="0" rtl="0" algn="l">
              <a:lnSpc>
                <a:spcPct val="115000"/>
              </a:lnSpc>
              <a:spcBef>
                <a:spcPts val="0"/>
              </a:spcBef>
              <a:spcAft>
                <a:spcPts val="0"/>
              </a:spcAft>
              <a:buNone/>
            </a:pPr>
            <a:r>
              <a:t/>
            </a:r>
            <a:endParaRPr sz="1000">
              <a:solidFill>
                <a:srgbClr val="725239"/>
              </a:solidFill>
            </a:endParaRPr>
          </a:p>
          <a:p>
            <a:pPr indent="-292100" lvl="0" marL="457200" rtl="0" algn="l">
              <a:lnSpc>
                <a:spcPct val="115000"/>
              </a:lnSpc>
              <a:spcBef>
                <a:spcPts val="0"/>
              </a:spcBef>
              <a:spcAft>
                <a:spcPts val="0"/>
              </a:spcAft>
              <a:buClr>
                <a:srgbClr val="725239"/>
              </a:buClr>
              <a:buSzPts val="1000"/>
              <a:buChar char="-"/>
            </a:pPr>
            <a:r>
              <a:rPr lang="en" sz="1000">
                <a:solidFill>
                  <a:srgbClr val="725239"/>
                </a:solidFill>
              </a:rPr>
              <a:t>Rappelle que les européens ont eux aussi déjà mangé de la chaire humaine    « se résolurent de soutenir la faim de ce siège par les corps des vieillards[...] »</a:t>
            </a:r>
            <a:endParaRPr sz="1000">
              <a:solidFill>
                <a:srgbClr val="725239"/>
              </a:solidFill>
            </a:endParaRPr>
          </a:p>
          <a:p>
            <a:pPr indent="-292100" lvl="0" marL="457200" rtl="0" algn="l">
              <a:lnSpc>
                <a:spcPct val="115000"/>
              </a:lnSpc>
              <a:spcBef>
                <a:spcPts val="0"/>
              </a:spcBef>
              <a:spcAft>
                <a:spcPts val="0"/>
              </a:spcAft>
              <a:buClr>
                <a:srgbClr val="725239"/>
              </a:buClr>
              <a:buSzPts val="1000"/>
              <a:buChar char="-"/>
            </a:pPr>
            <a:r>
              <a:t/>
            </a:r>
            <a:endParaRPr sz="1300">
              <a:solidFill>
                <a:srgbClr val="72523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130" name="Google Shape;130;p21"/>
          <p:cNvPicPr preferRelativeResize="0"/>
          <p:nvPr/>
        </p:nvPicPr>
        <p:blipFill rotWithShape="1">
          <a:blip r:embed="rId3">
            <a:alphaModFix/>
          </a:blip>
          <a:srcRect b="60574" l="51119" r="38545" t="37096"/>
          <a:stretch/>
        </p:blipFill>
        <p:spPr>
          <a:xfrm>
            <a:off x="4189458" y="1379201"/>
            <a:ext cx="765077" cy="119827"/>
          </a:xfrm>
          <a:prstGeom prst="rect">
            <a:avLst/>
          </a:prstGeom>
          <a:noFill/>
          <a:ln>
            <a:noFill/>
          </a:ln>
        </p:spPr>
      </p:pic>
      <p:sp>
        <p:nvSpPr>
          <p:cNvPr id="131" name="Google Shape;131;p21"/>
          <p:cNvSpPr txBox="1"/>
          <p:nvPr>
            <p:ph type="title"/>
          </p:nvPr>
        </p:nvSpPr>
        <p:spPr>
          <a:xfrm>
            <a:off x="1887900" y="268562"/>
            <a:ext cx="53682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4000"/>
              <a:t>La </a:t>
            </a:r>
            <a:r>
              <a:rPr b="1" lang="en" sz="4000">
                <a:solidFill>
                  <a:schemeClr val="dk2"/>
                </a:solidFill>
              </a:rPr>
              <a:t>Cruauté</a:t>
            </a:r>
            <a:endParaRPr b="1" sz="4000"/>
          </a:p>
        </p:txBody>
      </p:sp>
      <p:sp>
        <p:nvSpPr>
          <p:cNvPr id="132" name="Google Shape;132;p21"/>
          <p:cNvSpPr txBox="1"/>
          <p:nvPr>
            <p:ph idx="1" type="body"/>
          </p:nvPr>
        </p:nvSpPr>
        <p:spPr>
          <a:xfrm>
            <a:off x="1170750" y="1070602"/>
            <a:ext cx="3126900" cy="4072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200">
                <a:solidFill>
                  <a:srgbClr val="725239"/>
                </a:solidFill>
              </a:rPr>
              <a:t>Dans « Des Cannibales »:</a:t>
            </a:r>
            <a:endParaRPr sz="1200">
              <a:solidFill>
                <a:srgbClr val="725239"/>
              </a:solidFill>
            </a:endParaRPr>
          </a:p>
          <a:p>
            <a:pPr indent="0" lvl="0" marL="0" rtl="0" algn="l">
              <a:spcBef>
                <a:spcPts val="600"/>
              </a:spcBef>
              <a:spcAft>
                <a:spcPts val="0"/>
              </a:spcAft>
              <a:buNone/>
            </a:pPr>
            <a:r>
              <a:rPr lang="en" sz="1200">
                <a:solidFill>
                  <a:srgbClr val="725239"/>
                </a:solidFill>
              </a:rPr>
              <a:t>Sur les indigènes:</a:t>
            </a:r>
            <a:endParaRPr sz="1200">
              <a:solidFill>
                <a:srgbClr val="725239"/>
              </a:solidFill>
            </a:endParaRPr>
          </a:p>
          <a:p>
            <a:pPr indent="0" lvl="0" marL="0" rtl="0" algn="l">
              <a:spcBef>
                <a:spcPts val="600"/>
              </a:spcBef>
              <a:spcAft>
                <a:spcPts val="0"/>
              </a:spcAft>
              <a:buNone/>
            </a:pPr>
            <a:r>
              <a:t/>
            </a:r>
            <a:endParaRPr sz="100">
              <a:solidFill>
                <a:srgbClr val="725239"/>
              </a:solidFill>
            </a:endParaRPr>
          </a:p>
          <a:p>
            <a:pPr indent="0" lvl="0" marL="0" rtl="0" algn="l">
              <a:lnSpc>
                <a:spcPct val="115000"/>
              </a:lnSpc>
              <a:spcBef>
                <a:spcPts val="0"/>
              </a:spcBef>
              <a:spcAft>
                <a:spcPts val="0"/>
              </a:spcAft>
              <a:buNone/>
            </a:pPr>
            <a:r>
              <a:t/>
            </a:r>
            <a:endParaRPr sz="1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une naïveté si pure et simple »</a:t>
            </a:r>
            <a:endParaRPr sz="900">
              <a:solidFill>
                <a:srgbClr val="725239"/>
              </a:solidFill>
            </a:endParaRPr>
          </a:p>
          <a:p>
            <a:pPr indent="0" lvl="0" marL="0" rtl="0" algn="l">
              <a:lnSpc>
                <a:spcPct val="115000"/>
              </a:lnSpc>
              <a:spcBef>
                <a:spcPts val="0"/>
              </a:spcBef>
              <a:spcAft>
                <a:spcPts val="0"/>
              </a:spcAft>
              <a:buNone/>
            </a:pPr>
            <a:r>
              <a:t/>
            </a:r>
            <a:endParaRPr sz="4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avec si peu d'artifice et de soudure humaine. » </a:t>
            </a:r>
            <a:endParaRPr sz="900">
              <a:solidFill>
                <a:srgbClr val="725239"/>
              </a:solidFill>
            </a:endParaRPr>
          </a:p>
          <a:p>
            <a:pPr indent="0" lvl="0" marL="0" rtl="0" algn="l">
              <a:lnSpc>
                <a:spcPct val="115000"/>
              </a:lnSpc>
              <a:spcBef>
                <a:spcPts val="0"/>
              </a:spcBef>
              <a:spcAft>
                <a:spcPts val="0"/>
              </a:spcAft>
              <a:buNone/>
            </a:pPr>
            <a:r>
              <a:rPr lang="en" sz="400">
                <a:solidFill>
                  <a:srgbClr val="725239"/>
                </a:solidFill>
              </a:rPr>
              <a:t>«</a:t>
            </a:r>
            <a:endParaRPr sz="4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Les paroles même qui signifient le mensonge, la trahison, la dissimulation, l'avarice, l'envie, la détraction, [sont] inouïes. »</a:t>
            </a:r>
            <a:endParaRPr sz="900">
              <a:solidFill>
                <a:srgbClr val="725239"/>
              </a:solidFill>
            </a:endParaRPr>
          </a:p>
          <a:p>
            <a:pPr indent="0" lvl="0" marL="0" rtl="0" algn="l">
              <a:lnSpc>
                <a:spcPct val="115000"/>
              </a:lnSpc>
              <a:spcBef>
                <a:spcPts val="0"/>
              </a:spcBef>
              <a:spcAft>
                <a:spcPts val="0"/>
              </a:spcAft>
              <a:buNone/>
            </a:pPr>
            <a:r>
              <a:t/>
            </a:r>
            <a:endParaRPr sz="4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Après avoir longtemps bien traité leurs prisonniers, et de toutes les commodités dont ils se peuvent aviser »</a:t>
            </a:r>
            <a:endParaRPr sz="900">
              <a:solidFill>
                <a:srgbClr val="725239"/>
              </a:solidFill>
            </a:endParaRPr>
          </a:p>
          <a:p>
            <a:pPr indent="0" lvl="0" marL="0" rtl="0" algn="l">
              <a:spcBef>
                <a:spcPts val="600"/>
              </a:spcBef>
              <a:spcAft>
                <a:spcPts val="0"/>
              </a:spcAft>
              <a:buNone/>
            </a:pPr>
            <a:r>
              <a:rPr lang="en" sz="1200">
                <a:solidFill>
                  <a:srgbClr val="725239"/>
                </a:solidFill>
              </a:rPr>
              <a:t>Sur les européens:</a:t>
            </a:r>
            <a:endParaRPr sz="1200">
              <a:solidFill>
                <a:srgbClr val="725239"/>
              </a:solidFill>
            </a:endParaRPr>
          </a:p>
          <a:p>
            <a:pPr indent="0" lvl="0" marL="0" rtl="0" algn="l">
              <a:spcBef>
                <a:spcPts val="600"/>
              </a:spcBef>
              <a:spcAft>
                <a:spcPts val="0"/>
              </a:spcAft>
              <a:buNone/>
            </a:pPr>
            <a:r>
              <a:t/>
            </a:r>
            <a:endParaRPr sz="1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la tyrannie, la cruauté, qui sont nos fautes ordinaires »</a:t>
            </a:r>
            <a:endParaRPr sz="900">
              <a:solidFill>
                <a:srgbClr val="725239"/>
              </a:solidFill>
            </a:endParaRPr>
          </a:p>
          <a:p>
            <a:pPr indent="0" lvl="0" marL="0" rtl="0" algn="l">
              <a:lnSpc>
                <a:spcPct val="115000"/>
              </a:lnSpc>
              <a:spcBef>
                <a:spcPts val="0"/>
              </a:spcBef>
              <a:spcAft>
                <a:spcPts val="0"/>
              </a:spcAft>
              <a:buNone/>
            </a:pPr>
            <a:r>
              <a:t/>
            </a:r>
            <a:endParaRPr sz="4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Nous, qui les surpassons en toute sorte de barbarie. »</a:t>
            </a:r>
            <a:endParaRPr sz="900">
              <a:solidFill>
                <a:srgbClr val="725239"/>
              </a:solidFill>
            </a:endParaRPr>
          </a:p>
          <a:p>
            <a:pPr indent="-254000" lvl="0" marL="457200" rtl="0" algn="l">
              <a:lnSpc>
                <a:spcPct val="115000"/>
              </a:lnSpc>
              <a:spcBef>
                <a:spcPts val="0"/>
              </a:spcBef>
              <a:spcAft>
                <a:spcPts val="0"/>
              </a:spcAft>
              <a:buClr>
                <a:srgbClr val="725239"/>
              </a:buClr>
              <a:buSzPts val="400"/>
              <a:buChar char="-"/>
            </a:pPr>
            <a:r>
              <a:t/>
            </a:r>
            <a:endParaRPr sz="400">
              <a:solidFill>
                <a:srgbClr val="725239"/>
              </a:solidFill>
            </a:endParaRPr>
          </a:p>
          <a:p>
            <a:pPr indent="0" lvl="0" marL="0" rtl="0" algn="l">
              <a:lnSpc>
                <a:spcPct val="100000"/>
              </a:lnSpc>
              <a:spcBef>
                <a:spcPts val="600"/>
              </a:spcBef>
              <a:spcAft>
                <a:spcPts val="0"/>
              </a:spcAft>
              <a:buNone/>
            </a:pPr>
            <a:r>
              <a:t/>
            </a:r>
            <a:endParaRPr sz="900">
              <a:solidFill>
                <a:srgbClr val="725239"/>
              </a:solidFill>
            </a:endParaRPr>
          </a:p>
        </p:txBody>
      </p:sp>
      <p:sp>
        <p:nvSpPr>
          <p:cNvPr id="133" name="Google Shape;133;p21"/>
          <p:cNvSpPr txBox="1"/>
          <p:nvPr>
            <p:ph idx="1" type="body"/>
          </p:nvPr>
        </p:nvSpPr>
        <p:spPr>
          <a:xfrm>
            <a:off x="4356493" y="1070601"/>
            <a:ext cx="3126900" cy="3828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200">
                <a:solidFill>
                  <a:srgbClr val="725239"/>
                </a:solidFill>
              </a:rPr>
              <a:t>Dans « Des Coches »:</a:t>
            </a:r>
            <a:endParaRPr sz="1200">
              <a:solidFill>
                <a:srgbClr val="725239"/>
              </a:solidFill>
            </a:endParaRPr>
          </a:p>
          <a:p>
            <a:pPr indent="0" lvl="0" marL="0" rtl="0" algn="l">
              <a:spcBef>
                <a:spcPts val="600"/>
              </a:spcBef>
              <a:spcAft>
                <a:spcPts val="0"/>
              </a:spcAft>
              <a:buNone/>
            </a:pPr>
            <a:r>
              <a:rPr lang="en" sz="1200">
                <a:solidFill>
                  <a:srgbClr val="725239"/>
                </a:solidFill>
              </a:rPr>
              <a:t>Sur les indigènes:</a:t>
            </a:r>
            <a:endParaRPr sz="1200">
              <a:solidFill>
                <a:srgbClr val="725239"/>
              </a:solidFill>
            </a:endParaRPr>
          </a:p>
          <a:p>
            <a:pPr indent="0" lvl="0" marL="0" rtl="0" algn="l">
              <a:spcBef>
                <a:spcPts val="600"/>
              </a:spcBef>
              <a:spcAft>
                <a:spcPts val="0"/>
              </a:spcAft>
              <a:buNone/>
            </a:pPr>
            <a:r>
              <a:t/>
            </a:r>
            <a:endParaRPr sz="100">
              <a:solidFill>
                <a:srgbClr val="725239"/>
              </a:solidFill>
            </a:endParaRPr>
          </a:p>
          <a:p>
            <a:pPr indent="0" lvl="0" marL="0" rtl="0" algn="l">
              <a:lnSpc>
                <a:spcPct val="115000"/>
              </a:lnSpc>
              <a:spcBef>
                <a:spcPts val="0"/>
              </a:spcBef>
              <a:spcAft>
                <a:spcPts val="0"/>
              </a:spcAft>
              <a:buNone/>
            </a:pPr>
            <a:r>
              <a:t/>
            </a:r>
            <a:endParaRPr sz="1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Souligne leur bonté: « Quant à la […] bonté, libéralité, loyauté, franchise, il nous a bien servi de n'en avoir pas tant qu'eux »</a:t>
            </a:r>
            <a:endParaRPr sz="900">
              <a:solidFill>
                <a:srgbClr val="725239"/>
              </a:solidFill>
            </a:endParaRPr>
          </a:p>
          <a:p>
            <a:pPr indent="-254000" lvl="0" marL="457200" rtl="0" algn="l">
              <a:lnSpc>
                <a:spcPct val="115000"/>
              </a:lnSpc>
              <a:spcBef>
                <a:spcPts val="0"/>
              </a:spcBef>
              <a:spcAft>
                <a:spcPts val="0"/>
              </a:spcAft>
              <a:buClr>
                <a:srgbClr val="725239"/>
              </a:buClr>
              <a:buSzPts val="400"/>
              <a:buChar char="-"/>
            </a:pPr>
            <a:r>
              <a:t/>
            </a:r>
            <a:endParaRPr sz="4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Les Espagnols disent qu’ils ont besoin « de l'or pour le besoin de quelque médecine ». Les indigènes répondirent qu’ « ils pourraient en trouver. »</a:t>
            </a:r>
            <a:endParaRPr sz="900">
              <a:solidFill>
                <a:srgbClr val="725239"/>
              </a:solidFill>
            </a:endParaRPr>
          </a:p>
          <a:p>
            <a:pPr indent="0" lvl="0" marL="0" rtl="0" algn="l">
              <a:lnSpc>
                <a:spcPct val="115000"/>
              </a:lnSpc>
              <a:spcBef>
                <a:spcPts val="0"/>
              </a:spcBef>
              <a:spcAft>
                <a:spcPts val="0"/>
              </a:spcAft>
              <a:buNone/>
            </a:pPr>
            <a:r>
              <a:t/>
            </a:r>
            <a:endParaRPr sz="600">
              <a:solidFill>
                <a:srgbClr val="725239"/>
              </a:solidFill>
            </a:endParaRPr>
          </a:p>
          <a:p>
            <a:pPr indent="0" lvl="0" marL="0" rtl="0" algn="l">
              <a:lnSpc>
                <a:spcPct val="115000"/>
              </a:lnSpc>
              <a:spcBef>
                <a:spcPts val="0"/>
              </a:spcBef>
              <a:spcAft>
                <a:spcPts val="0"/>
              </a:spcAft>
              <a:buNone/>
            </a:pPr>
            <a:r>
              <a:rPr lang="en" sz="1200">
                <a:solidFill>
                  <a:srgbClr val="725239"/>
                </a:solidFill>
              </a:rPr>
              <a:t>Sur les européens</a:t>
            </a:r>
            <a:r>
              <a:rPr lang="en" sz="900">
                <a:solidFill>
                  <a:srgbClr val="725239"/>
                </a:solidFill>
              </a:rPr>
              <a:t>:</a:t>
            </a:r>
            <a:endParaRPr sz="9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Ils mirent brûler pour un coup, en même feu, quatre cent soixante hommes tous vifs »</a:t>
            </a:r>
            <a:endParaRPr sz="9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Roi de Pérou « on le condamna à être pendu et étranglé publiquement »</a:t>
            </a:r>
            <a:endParaRPr sz="9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Roi de Mexico « environné de brasiers ardents »</a:t>
            </a:r>
            <a:endParaRPr sz="9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Ils ne l'avouent pas seulement </a:t>
            </a:r>
            <a:endParaRPr sz="9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(leurs cruautés), ils s'en vantent</a:t>
            </a:r>
            <a:endParaRPr sz="900">
              <a:solidFill>
                <a:srgbClr val="725239"/>
              </a:solidFill>
            </a:endParaRPr>
          </a:p>
          <a:p>
            <a:pPr indent="0" lvl="0" marL="457200" rtl="0" algn="l">
              <a:lnSpc>
                <a:spcPct val="115000"/>
              </a:lnSpc>
              <a:spcBef>
                <a:spcPts val="0"/>
              </a:spcBef>
              <a:spcAft>
                <a:spcPts val="0"/>
              </a:spcAft>
              <a:buNone/>
            </a:pPr>
            <a:r>
              <a:rPr lang="en" sz="900">
                <a:solidFill>
                  <a:srgbClr val="725239"/>
                </a:solidFill>
              </a:rPr>
              <a:t> et les prêchent. » </a:t>
            </a:r>
            <a:endParaRPr sz="900">
              <a:solidFill>
                <a:srgbClr val="725239"/>
              </a:solidFill>
            </a:endParaRPr>
          </a:p>
          <a:p>
            <a:pPr indent="0" lvl="0" marL="457200" rtl="0" algn="l">
              <a:lnSpc>
                <a:spcPct val="115000"/>
              </a:lnSpc>
              <a:spcBef>
                <a:spcPts val="0"/>
              </a:spcBef>
              <a:spcAft>
                <a:spcPts val="0"/>
              </a:spcAft>
              <a:buNone/>
            </a:pPr>
            <a:r>
              <a:t/>
            </a:r>
            <a:endParaRPr sz="900">
              <a:solidFill>
                <a:srgbClr val="725239"/>
              </a:solidFill>
            </a:endParaRPr>
          </a:p>
          <a:p>
            <a:pPr indent="0" lvl="0" marL="0" rtl="0" algn="l">
              <a:lnSpc>
                <a:spcPct val="100000"/>
              </a:lnSpc>
              <a:spcBef>
                <a:spcPts val="600"/>
              </a:spcBef>
              <a:spcAft>
                <a:spcPts val="0"/>
              </a:spcAft>
              <a:buNone/>
            </a:pPr>
            <a:r>
              <a:t/>
            </a:r>
            <a:endParaRPr sz="900">
              <a:solidFill>
                <a:srgbClr val="72523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1061988" y="252750"/>
            <a:ext cx="7020000" cy="857400"/>
          </a:xfrm>
          <a:prstGeom prst="rect">
            <a:avLst/>
          </a:prstGeom>
        </p:spPr>
        <p:txBody>
          <a:bodyPr anchorCtr="0" anchor="ctr" bIns="91425" lIns="91425" spcFirstLastPara="1" rIns="91425" wrap="square" tIns="91425">
            <a:noAutofit/>
          </a:bodyPr>
          <a:lstStyle/>
          <a:p>
            <a:pPr indent="0" lvl="0" marL="0" rtl="0" algn="ctr">
              <a:spcBef>
                <a:spcPts val="600"/>
              </a:spcBef>
              <a:spcAft>
                <a:spcPts val="0"/>
              </a:spcAft>
              <a:buNone/>
            </a:pPr>
            <a:r>
              <a:rPr b="1" lang="en" sz="4000">
                <a:solidFill>
                  <a:schemeClr val="dk2"/>
                </a:solidFill>
              </a:rPr>
              <a:t>Matérialisme et cupidité</a:t>
            </a:r>
            <a:endParaRPr sz="4000"/>
          </a:p>
        </p:txBody>
      </p:sp>
      <p:sp>
        <p:nvSpPr>
          <p:cNvPr id="139" name="Google Shape;139;p22"/>
          <p:cNvSpPr txBox="1"/>
          <p:nvPr>
            <p:ph idx="1" type="body"/>
          </p:nvPr>
        </p:nvSpPr>
        <p:spPr>
          <a:xfrm>
            <a:off x="1545375" y="1110152"/>
            <a:ext cx="3126900" cy="3871800"/>
          </a:xfrm>
          <a:prstGeom prst="rect">
            <a:avLst/>
          </a:prstGeom>
        </p:spPr>
        <p:txBody>
          <a:bodyPr anchorCtr="0" anchor="t" bIns="91425" lIns="91425" spcFirstLastPara="1" rIns="91425" wrap="square" tIns="91425">
            <a:noAutofit/>
          </a:bodyPr>
          <a:lstStyle/>
          <a:p>
            <a:pPr indent="0" lvl="0" marL="0" rtl="0" algn="l">
              <a:lnSpc>
                <a:spcPct val="100000"/>
              </a:lnSpc>
              <a:spcBef>
                <a:spcPts val="600"/>
              </a:spcBef>
              <a:spcAft>
                <a:spcPts val="0"/>
              </a:spcAft>
              <a:buNone/>
            </a:pPr>
            <a:r>
              <a:rPr lang="en" sz="1200">
                <a:solidFill>
                  <a:srgbClr val="725239"/>
                </a:solidFill>
              </a:rPr>
              <a:t>Dans « Des Cannibales »:</a:t>
            </a:r>
            <a:endParaRPr sz="1200">
              <a:solidFill>
                <a:srgbClr val="725239"/>
              </a:solidFill>
            </a:endParaRPr>
          </a:p>
          <a:p>
            <a:pPr indent="0" lvl="0" marL="0" rtl="0" algn="l">
              <a:lnSpc>
                <a:spcPct val="100000"/>
              </a:lnSpc>
              <a:spcBef>
                <a:spcPts val="600"/>
              </a:spcBef>
              <a:spcAft>
                <a:spcPts val="0"/>
              </a:spcAft>
              <a:buNone/>
            </a:pPr>
            <a:r>
              <a:t/>
            </a:r>
            <a:endParaRPr sz="100">
              <a:solidFill>
                <a:srgbClr val="725239"/>
              </a:solidFill>
            </a:endParaRPr>
          </a:p>
          <a:p>
            <a:pPr indent="0" lvl="0" marL="0" rtl="0" algn="l">
              <a:lnSpc>
                <a:spcPct val="100000"/>
              </a:lnSpc>
              <a:spcBef>
                <a:spcPts val="600"/>
              </a:spcBef>
              <a:spcAft>
                <a:spcPts val="0"/>
              </a:spcAft>
              <a:buNone/>
            </a:pPr>
            <a:r>
              <a:rPr lang="en" sz="1200">
                <a:solidFill>
                  <a:srgbClr val="725239"/>
                </a:solidFill>
              </a:rPr>
              <a:t>Sur les indigènes:</a:t>
            </a:r>
            <a:endParaRPr sz="1200">
              <a:solidFill>
                <a:srgbClr val="725239"/>
              </a:solidFill>
            </a:endParaRPr>
          </a:p>
          <a:p>
            <a:pPr indent="0" lvl="0" marL="0" rtl="0" algn="l">
              <a:lnSpc>
                <a:spcPct val="100000"/>
              </a:lnSpc>
              <a:spcBef>
                <a:spcPts val="600"/>
              </a:spcBef>
              <a:spcAft>
                <a:spcPts val="0"/>
              </a:spcAft>
              <a:buNone/>
            </a:pPr>
            <a:r>
              <a:t/>
            </a:r>
            <a:endParaRPr sz="1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Négations opposant les peuples du Nouveau Monde aux Européens, soulignant la vertue des indigènes par rapport aux européens</a:t>
            </a:r>
            <a:endParaRPr sz="900">
              <a:solidFill>
                <a:srgbClr val="725239"/>
              </a:solidFill>
            </a:endParaRPr>
          </a:p>
          <a:p>
            <a:pPr indent="0" lvl="0" marL="0" rtl="0" algn="l">
              <a:lnSpc>
                <a:spcPct val="115000"/>
              </a:lnSpc>
              <a:spcBef>
                <a:spcPts val="0"/>
              </a:spcBef>
              <a:spcAft>
                <a:spcPts val="0"/>
              </a:spcAft>
              <a:buNone/>
            </a:pPr>
            <a:r>
              <a:t/>
            </a:r>
            <a:endParaRPr sz="4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Manque de possessions privés</a:t>
            </a:r>
            <a:endParaRPr sz="900">
              <a:solidFill>
                <a:srgbClr val="725239"/>
              </a:solidFill>
            </a:endParaRPr>
          </a:p>
          <a:p>
            <a:pPr indent="0" lvl="0" marL="0" rtl="0" algn="l">
              <a:lnSpc>
                <a:spcPct val="115000"/>
              </a:lnSpc>
              <a:spcBef>
                <a:spcPts val="0"/>
              </a:spcBef>
              <a:spcAft>
                <a:spcPts val="0"/>
              </a:spcAft>
              <a:buNone/>
            </a:pPr>
            <a:r>
              <a:t/>
            </a:r>
            <a:endParaRPr sz="400">
              <a:solidFill>
                <a:srgbClr val="725239"/>
              </a:solidFill>
            </a:endParaRPr>
          </a:p>
          <a:p>
            <a:pPr indent="0" lvl="0" marL="0" rtl="0" algn="l">
              <a:lnSpc>
                <a:spcPct val="115000"/>
              </a:lnSpc>
              <a:spcBef>
                <a:spcPts val="0"/>
              </a:spcBef>
              <a:spcAft>
                <a:spcPts val="0"/>
              </a:spcAft>
              <a:buNone/>
            </a:pPr>
            <a:r>
              <a:t/>
            </a:r>
            <a:endParaRPr sz="2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Encore dans cette heureuse situation de ne désirer qu'autant que leurs besoins naturels leur demandent »</a:t>
            </a:r>
            <a:endParaRPr sz="900">
              <a:solidFill>
                <a:srgbClr val="725239"/>
              </a:solidFill>
            </a:endParaRPr>
          </a:p>
          <a:p>
            <a:pPr indent="0" lvl="0" marL="0" rtl="0" algn="l">
              <a:lnSpc>
                <a:spcPct val="115000"/>
              </a:lnSpc>
              <a:spcBef>
                <a:spcPts val="0"/>
              </a:spcBef>
              <a:spcAft>
                <a:spcPts val="0"/>
              </a:spcAft>
              <a:buNone/>
            </a:pPr>
            <a:r>
              <a:t/>
            </a:r>
            <a:endParaRPr sz="4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"ils n'ont que faire des biens des vaincus" </a:t>
            </a:r>
            <a:endParaRPr sz="900">
              <a:solidFill>
                <a:srgbClr val="725239"/>
              </a:solidFill>
            </a:endParaRPr>
          </a:p>
          <a:p>
            <a:pPr indent="0" lvl="0" marL="0" rtl="0" algn="l">
              <a:lnSpc>
                <a:spcPct val="115000"/>
              </a:lnSpc>
              <a:spcBef>
                <a:spcPts val="0"/>
              </a:spcBef>
              <a:spcAft>
                <a:spcPts val="0"/>
              </a:spcAft>
              <a:buNone/>
            </a:pPr>
            <a:r>
              <a:t/>
            </a:r>
            <a:endParaRPr sz="600">
              <a:solidFill>
                <a:srgbClr val="725239"/>
              </a:solidFill>
            </a:endParaRPr>
          </a:p>
          <a:p>
            <a:pPr indent="0" lvl="0" marL="0" rtl="0" algn="l">
              <a:lnSpc>
                <a:spcPct val="100000"/>
              </a:lnSpc>
              <a:spcBef>
                <a:spcPts val="600"/>
              </a:spcBef>
              <a:spcAft>
                <a:spcPts val="0"/>
              </a:spcAft>
              <a:buNone/>
            </a:pPr>
            <a:r>
              <a:rPr lang="en" sz="1200">
                <a:solidFill>
                  <a:srgbClr val="725239"/>
                </a:solidFill>
              </a:rPr>
              <a:t>Sur les européens: </a:t>
            </a:r>
            <a:endParaRPr sz="1200">
              <a:solidFill>
                <a:srgbClr val="725239"/>
              </a:solidFill>
            </a:endParaRPr>
          </a:p>
          <a:p>
            <a:pPr indent="-285750" lvl="0" marL="457200" rtl="0" algn="l">
              <a:lnSpc>
                <a:spcPct val="115000"/>
              </a:lnSpc>
              <a:spcBef>
                <a:spcPts val="600"/>
              </a:spcBef>
              <a:spcAft>
                <a:spcPts val="0"/>
              </a:spcAft>
              <a:buClr>
                <a:srgbClr val="725239"/>
              </a:buClr>
              <a:buSzPts val="900"/>
              <a:buChar char="-"/>
            </a:pPr>
            <a:r>
              <a:rPr lang="en" sz="900">
                <a:solidFill>
                  <a:srgbClr val="725239"/>
                </a:solidFill>
              </a:rPr>
              <a:t>Avares. </a:t>
            </a:r>
            <a:r>
              <a:rPr lang="en" sz="900">
                <a:solidFill>
                  <a:srgbClr val="725239"/>
                </a:solidFill>
              </a:rPr>
              <a:t>« des hommes pleins et gorgés de toutes sortes de commodités, et que leurs moitiés étaient mendiants à leurs portes, décharnés de faim et de pauvreté »</a:t>
            </a:r>
            <a:endParaRPr sz="900">
              <a:solidFill>
                <a:srgbClr val="725239"/>
              </a:solidFill>
            </a:endParaRPr>
          </a:p>
          <a:p>
            <a:pPr indent="0" lvl="0" marL="0" rtl="0" algn="l">
              <a:lnSpc>
                <a:spcPct val="115000"/>
              </a:lnSpc>
              <a:spcBef>
                <a:spcPts val="0"/>
              </a:spcBef>
              <a:spcAft>
                <a:spcPts val="0"/>
              </a:spcAft>
              <a:buNone/>
            </a:pPr>
            <a:r>
              <a:t/>
            </a:r>
            <a:endParaRPr sz="1100">
              <a:solidFill>
                <a:srgbClr val="725239"/>
              </a:solidFill>
              <a:latin typeface="Arial"/>
              <a:ea typeface="Arial"/>
              <a:cs typeface="Arial"/>
              <a:sym typeface="Arial"/>
            </a:endParaRPr>
          </a:p>
          <a:p>
            <a:pPr indent="-304800" lvl="0" marL="457200" rtl="0" algn="l">
              <a:lnSpc>
                <a:spcPct val="100000"/>
              </a:lnSpc>
              <a:spcBef>
                <a:spcPts val="600"/>
              </a:spcBef>
              <a:spcAft>
                <a:spcPts val="0"/>
              </a:spcAft>
              <a:buClr>
                <a:srgbClr val="725239"/>
              </a:buClr>
              <a:buSzPts val="1200"/>
              <a:buChar char="-"/>
            </a:pPr>
            <a:r>
              <a:t/>
            </a:r>
            <a:endParaRPr sz="1200">
              <a:solidFill>
                <a:srgbClr val="725239"/>
              </a:solidFill>
            </a:endParaRPr>
          </a:p>
          <a:p>
            <a:pPr indent="0" lvl="0" marL="0" rtl="0" algn="l">
              <a:lnSpc>
                <a:spcPct val="100000"/>
              </a:lnSpc>
              <a:spcBef>
                <a:spcPts val="600"/>
              </a:spcBef>
              <a:spcAft>
                <a:spcPts val="0"/>
              </a:spcAft>
              <a:buNone/>
            </a:pPr>
            <a:r>
              <a:t/>
            </a:r>
            <a:endParaRPr sz="1200">
              <a:solidFill>
                <a:srgbClr val="725239"/>
              </a:solidFill>
            </a:endParaRPr>
          </a:p>
          <a:p>
            <a:pPr indent="0" lvl="0" marL="0" rtl="0" algn="l">
              <a:lnSpc>
                <a:spcPct val="100000"/>
              </a:lnSpc>
              <a:spcBef>
                <a:spcPts val="600"/>
              </a:spcBef>
              <a:spcAft>
                <a:spcPts val="0"/>
              </a:spcAft>
              <a:buNone/>
            </a:pPr>
            <a:r>
              <a:t/>
            </a:r>
            <a:endParaRPr sz="700">
              <a:solidFill>
                <a:srgbClr val="725239"/>
              </a:solidFill>
            </a:endParaRPr>
          </a:p>
          <a:p>
            <a:pPr indent="0" lvl="0" marL="0" rtl="0" algn="l">
              <a:lnSpc>
                <a:spcPct val="100000"/>
              </a:lnSpc>
              <a:spcBef>
                <a:spcPts val="600"/>
              </a:spcBef>
              <a:spcAft>
                <a:spcPts val="0"/>
              </a:spcAft>
              <a:buNone/>
            </a:pPr>
            <a:r>
              <a:t/>
            </a:r>
            <a:endParaRPr sz="1200">
              <a:solidFill>
                <a:srgbClr val="725239"/>
              </a:solidFill>
            </a:endParaRPr>
          </a:p>
        </p:txBody>
      </p:sp>
      <p:sp>
        <p:nvSpPr>
          <p:cNvPr id="140" name="Google Shape;140;p22"/>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141" name="Google Shape;141;p22"/>
          <p:cNvPicPr preferRelativeResize="0"/>
          <p:nvPr/>
        </p:nvPicPr>
        <p:blipFill rotWithShape="1">
          <a:blip r:embed="rId3">
            <a:alphaModFix/>
          </a:blip>
          <a:srcRect b="60574" l="51119" r="38545" t="37096"/>
          <a:stretch/>
        </p:blipFill>
        <p:spPr>
          <a:xfrm>
            <a:off x="4189458" y="1379201"/>
            <a:ext cx="765077" cy="119827"/>
          </a:xfrm>
          <a:prstGeom prst="rect">
            <a:avLst/>
          </a:prstGeom>
          <a:noFill/>
          <a:ln>
            <a:noFill/>
          </a:ln>
        </p:spPr>
      </p:pic>
      <p:sp>
        <p:nvSpPr>
          <p:cNvPr id="142" name="Google Shape;142;p22"/>
          <p:cNvSpPr txBox="1"/>
          <p:nvPr>
            <p:ph idx="2" type="body"/>
          </p:nvPr>
        </p:nvSpPr>
        <p:spPr>
          <a:xfrm>
            <a:off x="4672265" y="1110150"/>
            <a:ext cx="3126900" cy="3255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200">
                <a:solidFill>
                  <a:srgbClr val="725239"/>
                </a:solidFill>
              </a:rPr>
              <a:t>Dans « Des Coches »:</a:t>
            </a:r>
            <a:endParaRPr sz="1200">
              <a:solidFill>
                <a:srgbClr val="725239"/>
              </a:solidFill>
            </a:endParaRPr>
          </a:p>
          <a:p>
            <a:pPr indent="0" lvl="0" marL="0" rtl="0" algn="l">
              <a:spcBef>
                <a:spcPts val="600"/>
              </a:spcBef>
              <a:spcAft>
                <a:spcPts val="0"/>
              </a:spcAft>
              <a:buNone/>
            </a:pPr>
            <a:r>
              <a:t/>
            </a:r>
            <a:endParaRPr sz="100">
              <a:solidFill>
                <a:srgbClr val="725239"/>
              </a:solidFill>
            </a:endParaRPr>
          </a:p>
          <a:p>
            <a:pPr indent="0" lvl="0" marL="0" rtl="0" algn="l">
              <a:spcBef>
                <a:spcPts val="600"/>
              </a:spcBef>
              <a:spcAft>
                <a:spcPts val="0"/>
              </a:spcAft>
              <a:buNone/>
            </a:pPr>
            <a:r>
              <a:rPr lang="en" sz="1200">
                <a:solidFill>
                  <a:srgbClr val="725239"/>
                </a:solidFill>
              </a:rPr>
              <a:t>Sur les indigènes:</a:t>
            </a:r>
            <a:endParaRPr sz="12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Pas de surplus: « d'or, ils en avaient peu, et que c'était chose qu'ils mettaient en nulle estime, d'autant qu'elle était inutile au service de leur vie. »</a:t>
            </a:r>
            <a:endParaRPr sz="900">
              <a:solidFill>
                <a:srgbClr val="725239"/>
              </a:solidFill>
            </a:endParaRPr>
          </a:p>
          <a:p>
            <a:pPr indent="0" lvl="0" marL="0" rtl="0" algn="l">
              <a:lnSpc>
                <a:spcPct val="115000"/>
              </a:lnSpc>
              <a:spcBef>
                <a:spcPts val="0"/>
              </a:spcBef>
              <a:spcAft>
                <a:spcPts val="0"/>
              </a:spcAft>
              <a:buNone/>
            </a:pPr>
            <a:r>
              <a:t/>
            </a:r>
            <a:endParaRPr sz="9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l'usage de la monnaie était entièrement inconnu »</a:t>
            </a:r>
            <a:endParaRPr sz="900">
              <a:solidFill>
                <a:srgbClr val="725239"/>
              </a:solidFill>
            </a:endParaRPr>
          </a:p>
          <a:p>
            <a:pPr indent="0" lvl="0" marL="0" rtl="0" algn="l">
              <a:spcBef>
                <a:spcPts val="600"/>
              </a:spcBef>
              <a:spcAft>
                <a:spcPts val="0"/>
              </a:spcAft>
              <a:buNone/>
            </a:pPr>
            <a:r>
              <a:t/>
            </a:r>
            <a:endParaRPr sz="600">
              <a:solidFill>
                <a:srgbClr val="725239"/>
              </a:solidFill>
            </a:endParaRPr>
          </a:p>
          <a:p>
            <a:pPr indent="0" lvl="0" marL="0" rtl="0" algn="l">
              <a:spcBef>
                <a:spcPts val="600"/>
              </a:spcBef>
              <a:spcAft>
                <a:spcPts val="0"/>
              </a:spcAft>
              <a:buNone/>
            </a:pPr>
            <a:r>
              <a:rPr lang="en" sz="1200">
                <a:solidFill>
                  <a:srgbClr val="725239"/>
                </a:solidFill>
              </a:rPr>
              <a:t>Sur les européens:</a:t>
            </a:r>
            <a:endParaRPr sz="12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Montaigne énonce le but égoïste et cruel des conquêtes « Tant de villes rasées, […] pour la négociation des perles et du poivre</a:t>
            </a:r>
            <a:endParaRPr sz="900">
              <a:solidFill>
                <a:srgbClr val="725239"/>
              </a:solidFill>
            </a:endParaRPr>
          </a:p>
          <a:p>
            <a:pPr indent="0" lvl="0" marL="0" rtl="0" algn="l">
              <a:lnSpc>
                <a:spcPct val="115000"/>
              </a:lnSpc>
              <a:spcBef>
                <a:spcPts val="0"/>
              </a:spcBef>
              <a:spcAft>
                <a:spcPts val="0"/>
              </a:spcAft>
              <a:buNone/>
            </a:pPr>
            <a:r>
              <a:rPr lang="en" sz="900">
                <a:solidFill>
                  <a:srgbClr val="725239"/>
                </a:solidFill>
              </a:rPr>
              <a:t> </a:t>
            </a:r>
            <a:endParaRPr sz="9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Exemple 1: montant exorbitant de la rançon du roi du Pérou </a:t>
            </a:r>
            <a:endParaRPr sz="900">
              <a:solidFill>
                <a:srgbClr val="725239"/>
              </a:solidFill>
            </a:endParaRPr>
          </a:p>
          <a:p>
            <a:pPr indent="0" lvl="0" marL="0" rtl="0" algn="l">
              <a:lnSpc>
                <a:spcPct val="115000"/>
              </a:lnSpc>
              <a:spcBef>
                <a:spcPts val="0"/>
              </a:spcBef>
              <a:spcAft>
                <a:spcPts val="0"/>
              </a:spcAft>
              <a:buNone/>
            </a:pPr>
            <a:r>
              <a:t/>
            </a:r>
            <a:endParaRPr sz="6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Exemple 2: roi de Mexico, torturé pour obtenir son or </a:t>
            </a:r>
            <a:endParaRPr sz="900">
              <a:solidFill>
                <a:srgbClr val="72523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55207" y="435150"/>
            <a:ext cx="8964300" cy="888300"/>
          </a:xfrm>
          <a:prstGeom prst="rect">
            <a:avLst/>
          </a:prstGeom>
        </p:spPr>
        <p:txBody>
          <a:bodyPr anchorCtr="0" anchor="ctr" bIns="91425" lIns="91425" spcFirstLastPara="1" rIns="91425" wrap="square" tIns="91425">
            <a:noAutofit/>
          </a:bodyPr>
          <a:lstStyle/>
          <a:p>
            <a:pPr indent="0" lvl="0" marL="0" rtl="0" algn="ctr">
              <a:spcBef>
                <a:spcPts val="600"/>
              </a:spcBef>
              <a:spcAft>
                <a:spcPts val="0"/>
              </a:spcAft>
              <a:buNone/>
            </a:pPr>
            <a:r>
              <a:rPr b="1" lang="en" sz="4000">
                <a:solidFill>
                  <a:schemeClr val="dk2"/>
                </a:solidFill>
              </a:rPr>
              <a:t>La Bravoure</a:t>
            </a:r>
            <a:endParaRPr sz="4000"/>
          </a:p>
        </p:txBody>
      </p:sp>
      <p:sp>
        <p:nvSpPr>
          <p:cNvPr id="148" name="Google Shape;148;p23"/>
          <p:cNvSpPr txBox="1"/>
          <p:nvPr>
            <p:ph idx="1" type="body"/>
          </p:nvPr>
        </p:nvSpPr>
        <p:spPr>
          <a:xfrm>
            <a:off x="1170750" y="1379203"/>
            <a:ext cx="3126900" cy="3930000"/>
          </a:xfrm>
          <a:prstGeom prst="rect">
            <a:avLst/>
          </a:prstGeom>
        </p:spPr>
        <p:txBody>
          <a:bodyPr anchorCtr="0" anchor="t" bIns="91425" lIns="91425" spcFirstLastPara="1" rIns="91425" wrap="square" tIns="91425">
            <a:noAutofit/>
          </a:bodyPr>
          <a:lstStyle/>
          <a:p>
            <a:pPr indent="0" lvl="0" marL="0" rtl="0" algn="l">
              <a:lnSpc>
                <a:spcPct val="100000"/>
              </a:lnSpc>
              <a:spcBef>
                <a:spcPts val="600"/>
              </a:spcBef>
              <a:spcAft>
                <a:spcPts val="0"/>
              </a:spcAft>
              <a:buNone/>
            </a:pPr>
            <a:r>
              <a:rPr lang="en" sz="1200">
                <a:solidFill>
                  <a:srgbClr val="725239"/>
                </a:solidFill>
              </a:rPr>
              <a:t>Dans « Des Cannibales »:</a:t>
            </a:r>
            <a:endParaRPr sz="1200">
              <a:solidFill>
                <a:srgbClr val="725239"/>
              </a:solidFill>
            </a:endParaRPr>
          </a:p>
          <a:p>
            <a:pPr indent="0" lvl="0" marL="0" rtl="0" algn="l">
              <a:lnSpc>
                <a:spcPct val="100000"/>
              </a:lnSpc>
              <a:spcBef>
                <a:spcPts val="600"/>
              </a:spcBef>
              <a:spcAft>
                <a:spcPts val="0"/>
              </a:spcAft>
              <a:buNone/>
            </a:pPr>
            <a:r>
              <a:t/>
            </a:r>
            <a:endParaRPr sz="100">
              <a:solidFill>
                <a:srgbClr val="725239"/>
              </a:solidFill>
            </a:endParaRPr>
          </a:p>
          <a:p>
            <a:pPr indent="0" lvl="0" marL="0" rtl="0" algn="l">
              <a:lnSpc>
                <a:spcPct val="100000"/>
              </a:lnSpc>
              <a:spcBef>
                <a:spcPts val="600"/>
              </a:spcBef>
              <a:spcAft>
                <a:spcPts val="0"/>
              </a:spcAft>
              <a:buNone/>
            </a:pPr>
            <a:r>
              <a:rPr lang="en" sz="1200">
                <a:solidFill>
                  <a:srgbClr val="725239"/>
                </a:solidFill>
              </a:rPr>
              <a:t>Sur les indigènes:</a:t>
            </a:r>
            <a:endParaRPr sz="1200">
              <a:solidFill>
                <a:srgbClr val="725239"/>
              </a:solidFill>
            </a:endParaRPr>
          </a:p>
          <a:p>
            <a:pPr indent="0" lvl="0" marL="0" rtl="0" algn="l">
              <a:lnSpc>
                <a:spcPct val="100000"/>
              </a:lnSpc>
              <a:spcBef>
                <a:spcPts val="600"/>
              </a:spcBef>
              <a:spcAft>
                <a:spcPts val="0"/>
              </a:spcAft>
              <a:buNone/>
            </a:pPr>
            <a:r>
              <a:t/>
            </a:r>
            <a:endParaRPr sz="1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Ceux qui les peignent mourants, […] ils peignent le prisonnier crachant au visage de ceux qui le tuent et leur faisant la moue. De vrai, ils ne cessent jusques au dernier soupir de les braver et défier de parole et de contenance.» </a:t>
            </a:r>
            <a:endParaRPr sz="900">
              <a:solidFill>
                <a:srgbClr val="725239"/>
              </a:solidFill>
            </a:endParaRPr>
          </a:p>
          <a:p>
            <a:pPr indent="0" lvl="0" marL="0" rtl="0" algn="l">
              <a:lnSpc>
                <a:spcPct val="115000"/>
              </a:lnSpc>
              <a:spcBef>
                <a:spcPts val="0"/>
              </a:spcBef>
              <a:spcAft>
                <a:spcPts val="0"/>
              </a:spcAft>
              <a:buNone/>
            </a:pPr>
            <a:r>
              <a:t/>
            </a:r>
            <a:endParaRPr sz="4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C'est chose émerveillable que de la fermeté de leurs combats, qui ne finissent jamais que par meurtre et effusion de sang; car, déroutes et effroi, ils ne savent que c'est. »</a:t>
            </a:r>
            <a:endParaRPr sz="900">
              <a:solidFill>
                <a:srgbClr val="725239"/>
              </a:solidFill>
            </a:endParaRPr>
          </a:p>
          <a:p>
            <a:pPr indent="0" lvl="0" marL="0" rtl="0" algn="l">
              <a:lnSpc>
                <a:spcPct val="115000"/>
              </a:lnSpc>
              <a:spcBef>
                <a:spcPts val="0"/>
              </a:spcBef>
              <a:spcAft>
                <a:spcPts val="0"/>
              </a:spcAft>
              <a:buNone/>
            </a:pPr>
            <a:r>
              <a:t/>
            </a:r>
            <a:endParaRPr sz="600">
              <a:solidFill>
                <a:srgbClr val="725239"/>
              </a:solidFill>
            </a:endParaRPr>
          </a:p>
          <a:p>
            <a:pPr indent="0" lvl="0" marL="0" rtl="0" algn="l">
              <a:lnSpc>
                <a:spcPct val="100000"/>
              </a:lnSpc>
              <a:spcBef>
                <a:spcPts val="600"/>
              </a:spcBef>
              <a:spcAft>
                <a:spcPts val="0"/>
              </a:spcAft>
              <a:buNone/>
            </a:pPr>
            <a:r>
              <a:t/>
            </a:r>
            <a:endParaRPr sz="1200">
              <a:solidFill>
                <a:srgbClr val="725239"/>
              </a:solidFill>
            </a:endParaRPr>
          </a:p>
        </p:txBody>
      </p:sp>
      <p:sp>
        <p:nvSpPr>
          <p:cNvPr id="149" name="Google Shape;149;p23"/>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150" name="Google Shape;150;p23"/>
          <p:cNvPicPr preferRelativeResize="0"/>
          <p:nvPr/>
        </p:nvPicPr>
        <p:blipFill rotWithShape="1">
          <a:blip r:embed="rId3">
            <a:alphaModFix/>
          </a:blip>
          <a:srcRect b="60574" l="51119" r="38545" t="37096"/>
          <a:stretch/>
        </p:blipFill>
        <p:spPr>
          <a:xfrm>
            <a:off x="4189458" y="1379201"/>
            <a:ext cx="765077" cy="119827"/>
          </a:xfrm>
          <a:prstGeom prst="rect">
            <a:avLst/>
          </a:prstGeom>
          <a:noFill/>
          <a:ln>
            <a:noFill/>
          </a:ln>
        </p:spPr>
      </p:pic>
      <p:sp>
        <p:nvSpPr>
          <p:cNvPr id="151" name="Google Shape;151;p23"/>
          <p:cNvSpPr txBox="1"/>
          <p:nvPr>
            <p:ph idx="2" type="body"/>
          </p:nvPr>
        </p:nvSpPr>
        <p:spPr>
          <a:xfrm>
            <a:off x="4681560" y="1323450"/>
            <a:ext cx="3126900" cy="371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200">
                <a:solidFill>
                  <a:srgbClr val="725239"/>
                </a:solidFill>
              </a:rPr>
              <a:t>Dans « Des Coches »:</a:t>
            </a:r>
            <a:endParaRPr sz="1200">
              <a:solidFill>
                <a:srgbClr val="725239"/>
              </a:solidFill>
            </a:endParaRPr>
          </a:p>
          <a:p>
            <a:pPr indent="0" lvl="0" marL="0" rtl="0" algn="l">
              <a:spcBef>
                <a:spcPts val="600"/>
              </a:spcBef>
              <a:spcAft>
                <a:spcPts val="0"/>
              </a:spcAft>
              <a:buNone/>
            </a:pPr>
            <a:r>
              <a:t/>
            </a:r>
            <a:endParaRPr sz="100">
              <a:solidFill>
                <a:srgbClr val="725239"/>
              </a:solidFill>
            </a:endParaRPr>
          </a:p>
          <a:p>
            <a:pPr indent="0" lvl="0" marL="0" rtl="0" algn="l">
              <a:spcBef>
                <a:spcPts val="600"/>
              </a:spcBef>
              <a:spcAft>
                <a:spcPts val="0"/>
              </a:spcAft>
              <a:buNone/>
            </a:pPr>
            <a:r>
              <a:rPr lang="en" sz="1200">
                <a:solidFill>
                  <a:srgbClr val="725239"/>
                </a:solidFill>
              </a:rPr>
              <a:t>Sur les indigènes:</a:t>
            </a:r>
            <a:endParaRPr sz="900">
              <a:solidFill>
                <a:srgbClr val="725239"/>
              </a:solidFill>
            </a:endParaRPr>
          </a:p>
          <a:p>
            <a:pPr indent="0" lvl="0" marL="0" rtl="0" algn="l">
              <a:spcBef>
                <a:spcPts val="600"/>
              </a:spcBef>
              <a:spcAft>
                <a:spcPts val="0"/>
              </a:spcAft>
              <a:buNone/>
            </a:pPr>
            <a:r>
              <a:t/>
            </a:r>
            <a:endParaRPr sz="1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“Quant à la hardiesse et courage, quant à la fermeté, constance, résolution contre les douleurs et la faim et la mort” Il met en valeur les différentes vertus des amérindiens.</a:t>
            </a:r>
            <a:endParaRPr sz="900">
              <a:solidFill>
                <a:srgbClr val="725239"/>
              </a:solidFill>
            </a:endParaRPr>
          </a:p>
          <a:p>
            <a:pPr indent="0" lvl="0" marL="0" rtl="0" algn="l">
              <a:lnSpc>
                <a:spcPct val="115000"/>
              </a:lnSpc>
              <a:spcBef>
                <a:spcPts val="0"/>
              </a:spcBef>
              <a:spcAft>
                <a:spcPts val="0"/>
              </a:spcAft>
              <a:buNone/>
            </a:pPr>
            <a:r>
              <a:t/>
            </a:r>
            <a:endParaRPr sz="4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Montaigne souligne leur résistance . Ils préfèrent mourir que se soumettre aux colons. « cette ardeur indomptable de quoi tant de milliers d'hommes, se [...] rejettent [...]  aux dangers inévitables, pour la défense de leurs dieux et de leur liberté ; cette généreuse obstination de souffrir [...] la mort, plus volontiers que de se soumettre »</a:t>
            </a:r>
            <a:endParaRPr sz="900">
              <a:solidFill>
                <a:srgbClr val="725239"/>
              </a:solidFill>
            </a:endParaRPr>
          </a:p>
          <a:p>
            <a:pPr indent="-285750" lvl="0" marL="457200" rtl="0" algn="l">
              <a:lnSpc>
                <a:spcPct val="115000"/>
              </a:lnSpc>
              <a:spcBef>
                <a:spcPts val="0"/>
              </a:spcBef>
              <a:spcAft>
                <a:spcPts val="0"/>
              </a:spcAft>
              <a:buClr>
                <a:srgbClr val="725239"/>
              </a:buClr>
              <a:buSzPts val="900"/>
              <a:buChar char="-"/>
            </a:pPr>
            <a:r>
              <a:t/>
            </a:r>
            <a:endParaRPr sz="900">
              <a:solidFill>
                <a:srgbClr val="725239"/>
              </a:solidFill>
            </a:endParaRPr>
          </a:p>
          <a:p>
            <a:pPr indent="0" lvl="0" marL="0" rtl="0" algn="l">
              <a:lnSpc>
                <a:spcPct val="115000"/>
              </a:lnSpc>
              <a:spcBef>
                <a:spcPts val="0"/>
              </a:spcBef>
              <a:spcAft>
                <a:spcPts val="0"/>
              </a:spcAft>
              <a:buNone/>
            </a:pPr>
            <a:r>
              <a:t/>
            </a:r>
            <a:endParaRPr sz="900">
              <a:solidFill>
                <a:srgbClr val="725239"/>
              </a:solidFill>
            </a:endParaRPr>
          </a:p>
          <a:p>
            <a:pPr indent="0" lvl="0" marL="0" rtl="0" algn="l">
              <a:spcBef>
                <a:spcPts val="600"/>
              </a:spcBef>
              <a:spcAft>
                <a:spcPts val="0"/>
              </a:spcAft>
              <a:buNone/>
            </a:pPr>
            <a:r>
              <a:t/>
            </a:r>
            <a:endParaRPr sz="900">
              <a:solidFill>
                <a:srgbClr val="725239"/>
              </a:solidFill>
            </a:endParaRPr>
          </a:p>
          <a:p>
            <a:pPr indent="0" lvl="0" marL="0" rtl="0" algn="l">
              <a:spcBef>
                <a:spcPts val="600"/>
              </a:spcBef>
              <a:spcAft>
                <a:spcPts val="0"/>
              </a:spcAft>
              <a:buNone/>
            </a:pPr>
            <a:r>
              <a:t/>
            </a:r>
            <a:endParaRPr sz="900">
              <a:solidFill>
                <a:srgbClr val="725239"/>
              </a:solidFill>
            </a:endParaRPr>
          </a:p>
          <a:p>
            <a:pPr indent="-285750" lvl="0" marL="457200" rtl="0" algn="l">
              <a:lnSpc>
                <a:spcPct val="115000"/>
              </a:lnSpc>
              <a:spcBef>
                <a:spcPts val="0"/>
              </a:spcBef>
              <a:spcAft>
                <a:spcPts val="0"/>
              </a:spcAft>
              <a:buClr>
                <a:srgbClr val="725239"/>
              </a:buClr>
              <a:buSzPts val="900"/>
              <a:buChar char="-"/>
            </a:pPr>
            <a:r>
              <a:t/>
            </a:r>
            <a:endParaRPr sz="900">
              <a:solidFill>
                <a:srgbClr val="72523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55207" y="435150"/>
            <a:ext cx="8964300" cy="888300"/>
          </a:xfrm>
          <a:prstGeom prst="rect">
            <a:avLst/>
          </a:prstGeom>
        </p:spPr>
        <p:txBody>
          <a:bodyPr anchorCtr="0" anchor="ctr" bIns="91425" lIns="91425" spcFirstLastPara="1" rIns="91425" wrap="square" tIns="91425">
            <a:noAutofit/>
          </a:bodyPr>
          <a:lstStyle/>
          <a:p>
            <a:pPr indent="0" lvl="0" marL="0" rtl="0" algn="ctr">
              <a:spcBef>
                <a:spcPts val="600"/>
              </a:spcBef>
              <a:spcAft>
                <a:spcPts val="0"/>
              </a:spcAft>
              <a:buNone/>
            </a:pPr>
            <a:r>
              <a:rPr b="1" lang="en" sz="4000">
                <a:solidFill>
                  <a:schemeClr val="dk2"/>
                </a:solidFill>
              </a:rPr>
              <a:t>L’art</a:t>
            </a:r>
            <a:endParaRPr sz="4000"/>
          </a:p>
        </p:txBody>
      </p:sp>
      <p:sp>
        <p:nvSpPr>
          <p:cNvPr id="157" name="Google Shape;157;p24"/>
          <p:cNvSpPr txBox="1"/>
          <p:nvPr>
            <p:ph idx="1" type="body"/>
          </p:nvPr>
        </p:nvSpPr>
        <p:spPr>
          <a:xfrm>
            <a:off x="1170750" y="1379203"/>
            <a:ext cx="3126900" cy="3930000"/>
          </a:xfrm>
          <a:prstGeom prst="rect">
            <a:avLst/>
          </a:prstGeom>
        </p:spPr>
        <p:txBody>
          <a:bodyPr anchorCtr="0" anchor="t" bIns="91425" lIns="91425" spcFirstLastPara="1" rIns="91425" wrap="square" tIns="91425">
            <a:noAutofit/>
          </a:bodyPr>
          <a:lstStyle/>
          <a:p>
            <a:pPr indent="0" lvl="0" marL="0" rtl="0" algn="l">
              <a:lnSpc>
                <a:spcPct val="100000"/>
              </a:lnSpc>
              <a:spcBef>
                <a:spcPts val="600"/>
              </a:spcBef>
              <a:spcAft>
                <a:spcPts val="0"/>
              </a:spcAft>
              <a:buNone/>
            </a:pPr>
            <a:r>
              <a:rPr lang="en" sz="1200">
                <a:solidFill>
                  <a:srgbClr val="725239"/>
                </a:solidFill>
              </a:rPr>
              <a:t>Dans « Des Cannibales »:</a:t>
            </a:r>
            <a:endParaRPr sz="1200">
              <a:solidFill>
                <a:srgbClr val="725239"/>
              </a:solidFill>
            </a:endParaRPr>
          </a:p>
          <a:p>
            <a:pPr indent="0" lvl="0" marL="0" rtl="0" algn="l">
              <a:lnSpc>
                <a:spcPct val="100000"/>
              </a:lnSpc>
              <a:spcBef>
                <a:spcPts val="600"/>
              </a:spcBef>
              <a:spcAft>
                <a:spcPts val="0"/>
              </a:spcAft>
              <a:buNone/>
            </a:pPr>
            <a:r>
              <a:t/>
            </a:r>
            <a:endParaRPr sz="100">
              <a:solidFill>
                <a:srgbClr val="725239"/>
              </a:solidFill>
            </a:endParaRPr>
          </a:p>
          <a:p>
            <a:pPr indent="0" lvl="0" marL="0" rtl="0" algn="l">
              <a:lnSpc>
                <a:spcPct val="100000"/>
              </a:lnSpc>
              <a:spcBef>
                <a:spcPts val="600"/>
              </a:spcBef>
              <a:spcAft>
                <a:spcPts val="0"/>
              </a:spcAft>
              <a:buNone/>
            </a:pPr>
            <a:r>
              <a:rPr lang="en" sz="1200">
                <a:solidFill>
                  <a:srgbClr val="725239"/>
                </a:solidFill>
              </a:rPr>
              <a:t>Sur les indigènes:</a:t>
            </a:r>
            <a:endParaRPr sz="1200">
              <a:solidFill>
                <a:srgbClr val="725239"/>
              </a:solidFill>
            </a:endParaRPr>
          </a:p>
          <a:p>
            <a:pPr indent="0" lvl="0" marL="0" rtl="0" algn="l">
              <a:lnSpc>
                <a:spcPct val="100000"/>
              </a:lnSpc>
              <a:spcBef>
                <a:spcPts val="600"/>
              </a:spcBef>
              <a:spcAft>
                <a:spcPts val="0"/>
              </a:spcAft>
              <a:buNone/>
            </a:pPr>
            <a:r>
              <a:t/>
            </a:r>
            <a:endParaRPr sz="1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La cuisine: « Leur breuvage est fait de quelque racine, et est de la couleur de nos vins clairets. »</a:t>
            </a:r>
            <a:endParaRPr sz="900">
              <a:solidFill>
                <a:srgbClr val="725239"/>
              </a:solidFill>
            </a:endParaRPr>
          </a:p>
          <a:p>
            <a:pPr indent="0" lvl="0" marL="0" rtl="0" algn="l">
              <a:lnSpc>
                <a:spcPct val="115000"/>
              </a:lnSpc>
              <a:spcBef>
                <a:spcPts val="0"/>
              </a:spcBef>
              <a:spcAft>
                <a:spcPts val="0"/>
              </a:spcAft>
              <a:buNone/>
            </a:pPr>
            <a:r>
              <a:t/>
            </a:r>
            <a:endParaRPr sz="4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la forme de leurs lits, de leurs cordons, de leurs épées et bracelets de bois de quoi ils couvrent leurs poignets aux combats, et de grandes cannes »</a:t>
            </a:r>
            <a:endParaRPr sz="900">
              <a:solidFill>
                <a:srgbClr val="725239"/>
              </a:solidFill>
            </a:endParaRPr>
          </a:p>
          <a:p>
            <a:pPr indent="0" lvl="0" marL="0" rtl="0" algn="l">
              <a:lnSpc>
                <a:spcPct val="115000"/>
              </a:lnSpc>
              <a:spcBef>
                <a:spcPts val="0"/>
              </a:spcBef>
              <a:spcAft>
                <a:spcPts val="0"/>
              </a:spcAft>
              <a:buNone/>
            </a:pPr>
            <a:r>
              <a:t/>
            </a:r>
            <a:endParaRPr sz="4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il me semble que ce que nous voyons par expérience en ces nations là, surpasse non seulement toutes les peintures de quoi la poésie a embelli l'âge doré et toutes ses inventions »</a:t>
            </a:r>
            <a:endParaRPr sz="900">
              <a:solidFill>
                <a:srgbClr val="725239"/>
              </a:solidFill>
            </a:endParaRPr>
          </a:p>
          <a:p>
            <a:pPr indent="0" lvl="0" marL="0" rtl="0" algn="l">
              <a:lnSpc>
                <a:spcPct val="115000"/>
              </a:lnSpc>
              <a:spcBef>
                <a:spcPts val="0"/>
              </a:spcBef>
              <a:spcAft>
                <a:spcPts val="0"/>
              </a:spcAft>
              <a:buNone/>
            </a:pPr>
            <a:r>
              <a:t/>
            </a:r>
            <a:endParaRPr sz="400">
              <a:solidFill>
                <a:srgbClr val="725239"/>
              </a:solidFill>
            </a:endParaRPr>
          </a:p>
          <a:p>
            <a:pPr indent="-285750" lvl="0" marL="457200" rtl="0" algn="l">
              <a:lnSpc>
                <a:spcPct val="115000"/>
              </a:lnSpc>
              <a:spcBef>
                <a:spcPts val="0"/>
              </a:spcBef>
              <a:spcAft>
                <a:spcPts val="0"/>
              </a:spcAft>
              <a:buClr>
                <a:srgbClr val="725239"/>
              </a:buClr>
              <a:buSzPts val="900"/>
              <a:buChar char="-"/>
            </a:pPr>
            <a:r>
              <a:rPr lang="en" sz="900">
                <a:solidFill>
                  <a:srgbClr val="725239"/>
                </a:solidFill>
              </a:rPr>
              <a:t>« je viens de réciter de l'une de leurs chansons guerrières, j'en ai une autre, amoureuse »</a:t>
            </a:r>
            <a:endParaRPr sz="900">
              <a:solidFill>
                <a:srgbClr val="725239"/>
              </a:solidFill>
            </a:endParaRPr>
          </a:p>
        </p:txBody>
      </p:sp>
      <p:sp>
        <p:nvSpPr>
          <p:cNvPr id="158" name="Google Shape;158;p24"/>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159" name="Google Shape;159;p24"/>
          <p:cNvPicPr preferRelativeResize="0"/>
          <p:nvPr/>
        </p:nvPicPr>
        <p:blipFill rotWithShape="1">
          <a:blip r:embed="rId3">
            <a:alphaModFix/>
          </a:blip>
          <a:srcRect b="60574" l="51119" r="38545" t="37096"/>
          <a:stretch/>
        </p:blipFill>
        <p:spPr>
          <a:xfrm>
            <a:off x="4189458" y="1379201"/>
            <a:ext cx="765077" cy="119827"/>
          </a:xfrm>
          <a:prstGeom prst="rect">
            <a:avLst/>
          </a:prstGeom>
          <a:noFill/>
          <a:ln>
            <a:noFill/>
          </a:ln>
        </p:spPr>
      </p:pic>
      <p:sp>
        <p:nvSpPr>
          <p:cNvPr id="160" name="Google Shape;160;p24"/>
          <p:cNvSpPr txBox="1"/>
          <p:nvPr>
            <p:ph idx="2" type="body"/>
          </p:nvPr>
        </p:nvSpPr>
        <p:spPr>
          <a:xfrm>
            <a:off x="4681550" y="1323450"/>
            <a:ext cx="3292200" cy="371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200">
                <a:solidFill>
                  <a:srgbClr val="725239"/>
                </a:solidFill>
              </a:rPr>
              <a:t>Dans « Des Coches »:</a:t>
            </a:r>
            <a:endParaRPr sz="1200">
              <a:solidFill>
                <a:srgbClr val="725239"/>
              </a:solidFill>
            </a:endParaRPr>
          </a:p>
          <a:p>
            <a:pPr indent="0" lvl="0" marL="0" rtl="0" algn="l">
              <a:spcBef>
                <a:spcPts val="600"/>
              </a:spcBef>
              <a:spcAft>
                <a:spcPts val="0"/>
              </a:spcAft>
              <a:buNone/>
            </a:pPr>
            <a:r>
              <a:t/>
            </a:r>
            <a:endParaRPr sz="100">
              <a:solidFill>
                <a:srgbClr val="725239"/>
              </a:solidFill>
            </a:endParaRPr>
          </a:p>
          <a:p>
            <a:pPr indent="0" lvl="0" marL="0" rtl="0" algn="l">
              <a:spcBef>
                <a:spcPts val="600"/>
              </a:spcBef>
              <a:spcAft>
                <a:spcPts val="0"/>
              </a:spcAft>
              <a:buNone/>
            </a:pPr>
            <a:r>
              <a:rPr lang="en" sz="1200">
                <a:solidFill>
                  <a:srgbClr val="725239"/>
                </a:solidFill>
              </a:rPr>
              <a:t>Sur les indigènes:</a:t>
            </a:r>
            <a:endParaRPr sz="100">
              <a:solidFill>
                <a:srgbClr val="725239"/>
              </a:solidFill>
            </a:endParaRPr>
          </a:p>
          <a:p>
            <a:pPr indent="-304800" lvl="0" marL="457200" rtl="0" algn="l">
              <a:spcBef>
                <a:spcPts val="600"/>
              </a:spcBef>
              <a:spcAft>
                <a:spcPts val="0"/>
              </a:spcAft>
              <a:buClr>
                <a:srgbClr val="725239"/>
              </a:buClr>
              <a:buSzPts val="1200"/>
              <a:buChar char="-"/>
            </a:pPr>
            <a:r>
              <a:rPr lang="en" sz="1200">
                <a:solidFill>
                  <a:srgbClr val="725239"/>
                </a:solidFill>
              </a:rPr>
              <a:t>« </a:t>
            </a:r>
            <a:r>
              <a:rPr lang="en" sz="900">
                <a:solidFill>
                  <a:srgbClr val="725239"/>
                </a:solidFill>
              </a:rPr>
              <a:t>épuisaient toujours leurs mines [d’or] pour faire ce grand monceau de vases et statues à l'ornement de leurs palais et de leurs temples»</a:t>
            </a:r>
            <a:endParaRPr sz="900">
              <a:solidFill>
                <a:srgbClr val="725239"/>
              </a:solidFill>
            </a:endParaRPr>
          </a:p>
          <a:p>
            <a:pPr indent="0" lvl="0" marL="0" rtl="0" algn="l">
              <a:spcBef>
                <a:spcPts val="600"/>
              </a:spcBef>
              <a:spcAft>
                <a:spcPts val="0"/>
              </a:spcAft>
              <a:buNone/>
            </a:pPr>
            <a:r>
              <a:t/>
            </a:r>
            <a:endParaRPr sz="100">
              <a:solidFill>
                <a:srgbClr val="725239"/>
              </a:solidFill>
            </a:endParaRPr>
          </a:p>
          <a:p>
            <a:pPr indent="-285750" lvl="0" marL="457200" rtl="0" algn="l">
              <a:spcBef>
                <a:spcPts val="600"/>
              </a:spcBef>
              <a:spcAft>
                <a:spcPts val="0"/>
              </a:spcAft>
              <a:buClr>
                <a:srgbClr val="725239"/>
              </a:buClr>
              <a:buSzPts val="900"/>
              <a:buChar char="-"/>
            </a:pPr>
            <a:r>
              <a:rPr lang="en" sz="900">
                <a:solidFill>
                  <a:srgbClr val="725239"/>
                </a:solidFill>
              </a:rPr>
              <a:t>L’architecture: « Quant à la pompe et magnificence, [...] ni Égypte ne peut, soit en utilité, ou difficulté, ou noblesse, comparer aucun de ses ouvrages au chemin qui se voit au Pérou, [...] »</a:t>
            </a:r>
            <a:endParaRPr sz="900">
              <a:solidFill>
                <a:srgbClr val="725239"/>
              </a:solidFill>
            </a:endParaRPr>
          </a:p>
          <a:p>
            <a:pPr indent="0" lvl="0" marL="0" rtl="0" algn="l">
              <a:spcBef>
                <a:spcPts val="600"/>
              </a:spcBef>
              <a:spcAft>
                <a:spcPts val="0"/>
              </a:spcAft>
              <a:buNone/>
            </a:pPr>
            <a:r>
              <a:t/>
            </a:r>
            <a:endParaRPr sz="100">
              <a:solidFill>
                <a:srgbClr val="725239"/>
              </a:solidFill>
            </a:endParaRPr>
          </a:p>
          <a:p>
            <a:pPr indent="-285750" lvl="0" marL="457200" rtl="0" algn="l">
              <a:spcBef>
                <a:spcPts val="600"/>
              </a:spcBef>
              <a:spcAft>
                <a:spcPts val="0"/>
              </a:spcAft>
              <a:buClr>
                <a:srgbClr val="725239"/>
              </a:buClr>
              <a:buSzPts val="900"/>
              <a:buChar char="-"/>
            </a:pPr>
            <a:r>
              <a:rPr lang="en" sz="900">
                <a:solidFill>
                  <a:srgbClr val="725239"/>
                </a:solidFill>
              </a:rPr>
              <a:t>« L'épouvantable magnificence des villes de Cuzco et de Mexico, et, entre plusieurs choses pareilles, le jardin de ce Roi, [...] tous les animaux qui naissaient en son état et en ses mers ; et la beauté de leurs ouvrages en pierreries, en plume, en coton, en la peinture,</a:t>
            </a:r>
            <a:endParaRPr sz="900">
              <a:solidFill>
                <a:srgbClr val="725239"/>
              </a:solidFill>
            </a:endParaRPr>
          </a:p>
          <a:p>
            <a:pPr indent="0" lvl="0" marL="0" rtl="0" algn="l">
              <a:spcBef>
                <a:spcPts val="600"/>
              </a:spcBef>
              <a:spcAft>
                <a:spcPts val="0"/>
              </a:spcAft>
              <a:buNone/>
            </a:pPr>
            <a:r>
              <a:t/>
            </a:r>
            <a:endParaRPr sz="100">
              <a:solidFill>
                <a:srgbClr val="725239"/>
              </a:solidFill>
            </a:endParaRPr>
          </a:p>
          <a:p>
            <a:pPr indent="0" lvl="0" marL="0" rtl="0" algn="l">
              <a:lnSpc>
                <a:spcPct val="115000"/>
              </a:lnSpc>
              <a:spcBef>
                <a:spcPts val="0"/>
              </a:spcBef>
              <a:spcAft>
                <a:spcPts val="0"/>
              </a:spcAft>
              <a:buNone/>
            </a:pPr>
            <a:r>
              <a:t/>
            </a:r>
            <a:endParaRPr sz="900">
              <a:solidFill>
                <a:srgbClr val="725239"/>
              </a:solidFill>
            </a:endParaRPr>
          </a:p>
          <a:p>
            <a:pPr indent="0" lvl="0" marL="0" rtl="0" algn="l">
              <a:spcBef>
                <a:spcPts val="600"/>
              </a:spcBef>
              <a:spcAft>
                <a:spcPts val="0"/>
              </a:spcAft>
              <a:buNone/>
            </a:pPr>
            <a:r>
              <a:t/>
            </a:r>
            <a:endParaRPr sz="900">
              <a:solidFill>
                <a:srgbClr val="725239"/>
              </a:solidFill>
            </a:endParaRPr>
          </a:p>
          <a:p>
            <a:pPr indent="0" lvl="0" marL="0" rtl="0" algn="l">
              <a:spcBef>
                <a:spcPts val="600"/>
              </a:spcBef>
              <a:spcAft>
                <a:spcPts val="0"/>
              </a:spcAft>
              <a:buNone/>
            </a:pPr>
            <a:r>
              <a:t/>
            </a:r>
            <a:endParaRPr sz="1200">
              <a:solidFill>
                <a:srgbClr val="725239"/>
              </a:solidFill>
            </a:endParaRPr>
          </a:p>
          <a:p>
            <a:pPr indent="-285750" lvl="0" marL="457200" rtl="0" algn="l">
              <a:lnSpc>
                <a:spcPct val="115000"/>
              </a:lnSpc>
              <a:spcBef>
                <a:spcPts val="0"/>
              </a:spcBef>
              <a:spcAft>
                <a:spcPts val="0"/>
              </a:spcAft>
              <a:buClr>
                <a:srgbClr val="725239"/>
              </a:buClr>
              <a:buSzPts val="900"/>
              <a:buChar char="-"/>
            </a:pPr>
            <a:r>
              <a:t/>
            </a:r>
            <a:endParaRPr sz="900">
              <a:solidFill>
                <a:srgbClr val="72523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idx="1" type="body"/>
          </p:nvPr>
        </p:nvSpPr>
        <p:spPr>
          <a:xfrm>
            <a:off x="1046311" y="1557760"/>
            <a:ext cx="6748800" cy="32751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2"/>
              </a:buClr>
              <a:buSzPts val="1200"/>
              <a:buChar char="-"/>
            </a:pPr>
            <a:r>
              <a:rPr lang="en" sz="1200">
                <a:solidFill>
                  <a:schemeClr val="dk2"/>
                </a:solidFill>
              </a:rPr>
              <a:t>XVIe siècle</a:t>
            </a:r>
            <a:endParaRPr sz="1200">
              <a:solidFill>
                <a:schemeClr val="dk2"/>
              </a:solidFill>
            </a:endParaRPr>
          </a:p>
          <a:p>
            <a:pPr indent="0" lvl="0" marL="0" rtl="0" algn="l">
              <a:lnSpc>
                <a:spcPct val="115000"/>
              </a:lnSpc>
              <a:spcBef>
                <a:spcPts val="0"/>
              </a:spcBef>
              <a:spcAft>
                <a:spcPts val="0"/>
              </a:spcAft>
              <a:buNone/>
            </a:pPr>
            <a:r>
              <a:t/>
            </a:r>
            <a:endParaRPr sz="1200">
              <a:solidFill>
                <a:schemeClr val="dk2"/>
              </a:solidFill>
            </a:endParaRPr>
          </a:p>
          <a:p>
            <a:pPr indent="-304800" lvl="0" marL="457200" rtl="0" algn="l">
              <a:lnSpc>
                <a:spcPct val="115000"/>
              </a:lnSpc>
              <a:spcBef>
                <a:spcPts val="0"/>
              </a:spcBef>
              <a:spcAft>
                <a:spcPts val="0"/>
              </a:spcAft>
              <a:buClr>
                <a:schemeClr val="dk2"/>
              </a:buClr>
              <a:buSzPts val="1200"/>
              <a:buChar char="-"/>
            </a:pPr>
            <a:r>
              <a:rPr lang="en" sz="1200">
                <a:solidFill>
                  <a:schemeClr val="dk2"/>
                </a:solidFill>
              </a:rPr>
              <a:t>Un des premiers à soutenir le mythe</a:t>
            </a:r>
            <a:endParaRPr sz="1200">
              <a:solidFill>
                <a:schemeClr val="dk2"/>
              </a:solidFill>
            </a:endParaRPr>
          </a:p>
          <a:p>
            <a:pPr indent="0" lvl="0" marL="0" rtl="0" algn="l">
              <a:lnSpc>
                <a:spcPct val="115000"/>
              </a:lnSpc>
              <a:spcBef>
                <a:spcPts val="0"/>
              </a:spcBef>
              <a:spcAft>
                <a:spcPts val="0"/>
              </a:spcAft>
              <a:buNone/>
            </a:pPr>
            <a:r>
              <a:t/>
            </a:r>
            <a:endParaRPr sz="1200">
              <a:solidFill>
                <a:schemeClr val="dk2"/>
              </a:solidFill>
            </a:endParaRPr>
          </a:p>
          <a:p>
            <a:pPr indent="-304800" lvl="0" marL="457200" rtl="0" algn="l">
              <a:lnSpc>
                <a:spcPct val="115000"/>
              </a:lnSpc>
              <a:spcBef>
                <a:spcPts val="0"/>
              </a:spcBef>
              <a:spcAft>
                <a:spcPts val="0"/>
              </a:spcAft>
              <a:buClr>
                <a:schemeClr val="dk2"/>
              </a:buClr>
              <a:buSzPts val="1200"/>
              <a:buChar char="-"/>
            </a:pPr>
            <a:r>
              <a:rPr lang="en" sz="1200">
                <a:solidFill>
                  <a:schemeClr val="dk2"/>
                </a:solidFill>
              </a:rPr>
              <a:t>Déjà sorti de l'état naturel idéal.</a:t>
            </a:r>
            <a:endParaRPr sz="1200">
              <a:solidFill>
                <a:schemeClr val="dk2"/>
              </a:solidFill>
            </a:endParaRPr>
          </a:p>
          <a:p>
            <a:pPr indent="0" lvl="0" marL="0" rtl="0" algn="l">
              <a:lnSpc>
                <a:spcPct val="115000"/>
              </a:lnSpc>
              <a:spcBef>
                <a:spcPts val="0"/>
              </a:spcBef>
              <a:spcAft>
                <a:spcPts val="0"/>
              </a:spcAft>
              <a:buNone/>
            </a:pPr>
            <a:r>
              <a:t/>
            </a:r>
            <a:endParaRPr sz="1200">
              <a:solidFill>
                <a:srgbClr val="8C6546"/>
              </a:solidFill>
            </a:endParaRPr>
          </a:p>
          <a:p>
            <a:pPr indent="-304800" lvl="0" marL="457200" rtl="0" algn="l">
              <a:lnSpc>
                <a:spcPct val="115000"/>
              </a:lnSpc>
              <a:spcBef>
                <a:spcPts val="0"/>
              </a:spcBef>
              <a:spcAft>
                <a:spcPts val="0"/>
              </a:spcAft>
              <a:buClr>
                <a:schemeClr val="dk2"/>
              </a:buClr>
              <a:buSzPts val="1200"/>
              <a:buChar char="-"/>
            </a:pPr>
            <a:r>
              <a:rPr lang="en" sz="1200">
                <a:solidFill>
                  <a:schemeClr val="dk2"/>
                </a:solidFill>
              </a:rPr>
              <a:t>Réflexion sur l'homme: qualités et défauts</a:t>
            </a:r>
            <a:endParaRPr sz="1200">
              <a:solidFill>
                <a:schemeClr val="dk2"/>
              </a:solidFill>
            </a:endParaRPr>
          </a:p>
          <a:p>
            <a:pPr indent="0" lvl="0" marL="0" rtl="0" algn="l">
              <a:lnSpc>
                <a:spcPct val="115000"/>
              </a:lnSpc>
              <a:spcBef>
                <a:spcPts val="0"/>
              </a:spcBef>
              <a:spcAft>
                <a:spcPts val="0"/>
              </a:spcAft>
              <a:buNone/>
            </a:pPr>
            <a:r>
              <a:t/>
            </a:r>
            <a:endParaRPr sz="1200">
              <a:solidFill>
                <a:schemeClr val="dk2"/>
              </a:solidFill>
            </a:endParaRPr>
          </a:p>
          <a:p>
            <a:pPr indent="-304800" lvl="0" marL="457200" rtl="0" algn="l">
              <a:lnSpc>
                <a:spcPct val="115000"/>
              </a:lnSpc>
              <a:spcBef>
                <a:spcPts val="0"/>
              </a:spcBef>
              <a:spcAft>
                <a:spcPts val="0"/>
              </a:spcAft>
              <a:buClr>
                <a:schemeClr val="dk2"/>
              </a:buClr>
              <a:buSzPts val="1200"/>
              <a:buChar char="-"/>
            </a:pPr>
            <a:r>
              <a:rPr lang="en" sz="1200">
                <a:solidFill>
                  <a:schemeClr val="dk2"/>
                </a:solidFill>
              </a:rPr>
              <a:t>Toutes les qualités qu’il relève des indigènes, s’inversent en défauts pour les Européens. </a:t>
            </a:r>
            <a:endParaRPr sz="1200">
              <a:solidFill>
                <a:schemeClr val="dk2"/>
              </a:solidFill>
            </a:endParaRPr>
          </a:p>
          <a:p>
            <a:pPr indent="0" lvl="0" marL="0" rtl="0" algn="l">
              <a:lnSpc>
                <a:spcPct val="115000"/>
              </a:lnSpc>
              <a:spcBef>
                <a:spcPts val="0"/>
              </a:spcBef>
              <a:spcAft>
                <a:spcPts val="0"/>
              </a:spcAft>
              <a:buNone/>
            </a:pPr>
            <a:r>
              <a:t/>
            </a:r>
            <a:endParaRPr sz="1200">
              <a:solidFill>
                <a:schemeClr val="dk2"/>
              </a:solidFill>
            </a:endParaRPr>
          </a:p>
          <a:p>
            <a:pPr indent="-304800" lvl="0" marL="457200" rtl="0" algn="l">
              <a:lnSpc>
                <a:spcPct val="115000"/>
              </a:lnSpc>
              <a:spcBef>
                <a:spcPts val="0"/>
              </a:spcBef>
              <a:spcAft>
                <a:spcPts val="0"/>
              </a:spcAft>
              <a:buClr>
                <a:schemeClr val="dk2"/>
              </a:buClr>
              <a:buSzPts val="1200"/>
              <a:buChar char="-"/>
            </a:pPr>
            <a:r>
              <a:rPr lang="en" sz="1200">
                <a:solidFill>
                  <a:schemeClr val="dk2"/>
                </a:solidFill>
              </a:rPr>
              <a:t>« Il faut se garder d'adhérer aux opinions courantes, et il faut juger les gens par la voie de la raison, non par la voix de tout le monde » </a:t>
            </a:r>
            <a:endParaRPr sz="1200">
              <a:solidFill>
                <a:schemeClr val="dk2"/>
              </a:solidFill>
            </a:endParaRPr>
          </a:p>
        </p:txBody>
      </p:sp>
      <p:sp>
        <p:nvSpPr>
          <p:cNvPr id="166" name="Google Shape;166;p25"/>
          <p:cNvSpPr txBox="1"/>
          <p:nvPr>
            <p:ph type="title"/>
          </p:nvPr>
        </p:nvSpPr>
        <p:spPr>
          <a:xfrm>
            <a:off x="1887900" y="434575"/>
            <a:ext cx="5368200" cy="857400"/>
          </a:xfrm>
          <a:prstGeom prst="rect">
            <a:avLst/>
          </a:prstGeom>
        </p:spPr>
        <p:txBody>
          <a:bodyPr anchorCtr="0" anchor="ctr" bIns="91425" lIns="91425" spcFirstLastPara="1" rIns="91425" wrap="square" tIns="91425">
            <a:noAutofit/>
          </a:bodyPr>
          <a:lstStyle/>
          <a:p>
            <a:pPr indent="0" lvl="0" marL="0" rtl="0" algn="ctr">
              <a:spcBef>
                <a:spcPts val="600"/>
              </a:spcBef>
              <a:spcAft>
                <a:spcPts val="0"/>
              </a:spcAft>
              <a:buNone/>
            </a:pPr>
            <a:r>
              <a:rPr b="1" lang="en" sz="4000">
                <a:solidFill>
                  <a:schemeClr val="dk2"/>
                </a:solidFill>
              </a:rPr>
              <a:t>Conclusion</a:t>
            </a:r>
            <a:endParaRPr/>
          </a:p>
        </p:txBody>
      </p:sp>
      <p:sp>
        <p:nvSpPr>
          <p:cNvPr id="167" name="Google Shape;167;p25"/>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type="ctrTitle"/>
          </p:nvPr>
        </p:nvSpPr>
        <p:spPr>
          <a:xfrm>
            <a:off x="2798700" y="1991850"/>
            <a:ext cx="3546600" cy="115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4000">
                <a:solidFill>
                  <a:schemeClr val="dk2"/>
                </a:solidFill>
              </a:rPr>
              <a:t>Merci. Questions?</a:t>
            </a:r>
            <a:endParaRPr b="1" sz="40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1887900" y="434575"/>
            <a:ext cx="53682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4000"/>
              <a:t>Sources</a:t>
            </a:r>
            <a:endParaRPr b="1" sz="4000"/>
          </a:p>
        </p:txBody>
      </p:sp>
      <p:sp>
        <p:nvSpPr>
          <p:cNvPr id="178" name="Google Shape;178;p27"/>
          <p:cNvSpPr txBox="1"/>
          <p:nvPr>
            <p:ph idx="1" type="body"/>
          </p:nvPr>
        </p:nvSpPr>
        <p:spPr>
          <a:xfrm>
            <a:off x="1010850" y="1291974"/>
            <a:ext cx="7122300" cy="34578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1200" u="sng">
                <a:solidFill>
                  <a:schemeClr val="dk2"/>
                </a:solidFill>
                <a:latin typeface="Arial"/>
                <a:ea typeface="Arial"/>
                <a:cs typeface="Arial"/>
                <a:sym typeface="Arial"/>
                <a:hlinkClick r:id="rId3">
                  <a:extLst>
                    <a:ext uri="{A12FA001-AC4F-418D-AE19-62706E023703}">
                      <ahyp:hlinkClr val="tx"/>
                    </a:ext>
                  </a:extLst>
                </a:hlinkClick>
              </a:rPr>
              <a:t>https://excerpts.numilog.com/books/9782402621953.pdf</a:t>
            </a:r>
            <a:endParaRPr sz="1200">
              <a:solidFill>
                <a:schemeClr val="dk2"/>
              </a:solidFill>
              <a:latin typeface="Arial"/>
              <a:ea typeface="Arial"/>
              <a:cs typeface="Arial"/>
              <a:sym typeface="Arial"/>
            </a:endParaRPr>
          </a:p>
          <a:p>
            <a:pPr indent="0" lvl="0" marL="0" rtl="0" algn="l">
              <a:lnSpc>
                <a:spcPct val="150000"/>
              </a:lnSpc>
              <a:spcBef>
                <a:spcPts val="0"/>
              </a:spcBef>
              <a:spcAft>
                <a:spcPts val="0"/>
              </a:spcAft>
              <a:buNone/>
            </a:pPr>
            <a:r>
              <a:rPr lang="en" sz="1200" u="sng">
                <a:solidFill>
                  <a:schemeClr val="dk2"/>
                </a:solidFill>
                <a:latin typeface="Arial"/>
                <a:ea typeface="Arial"/>
                <a:cs typeface="Arial"/>
                <a:sym typeface="Arial"/>
                <a:hlinkClick r:id="rId4">
                  <a:extLst>
                    <a:ext uri="{A12FA001-AC4F-418D-AE19-62706E023703}">
                      <ahyp:hlinkClr val="tx"/>
                    </a:ext>
                  </a:extLst>
                </a:hlinkClick>
              </a:rPr>
              <a:t>http://www.chateau-rambouillet.fr/content/download/110274/1216874/version/6/file/doc_pdf_fr_outil.le.mythe.du.bon.sauvage.pdf</a:t>
            </a:r>
            <a:endParaRPr sz="1200">
              <a:solidFill>
                <a:schemeClr val="dk2"/>
              </a:solidFill>
              <a:latin typeface="Arial"/>
              <a:ea typeface="Arial"/>
              <a:cs typeface="Arial"/>
              <a:sym typeface="Arial"/>
            </a:endParaRPr>
          </a:p>
          <a:p>
            <a:pPr indent="0" lvl="0" marL="0" rtl="0" algn="l">
              <a:lnSpc>
                <a:spcPct val="150000"/>
              </a:lnSpc>
              <a:spcBef>
                <a:spcPts val="0"/>
              </a:spcBef>
              <a:spcAft>
                <a:spcPts val="0"/>
              </a:spcAft>
              <a:buNone/>
            </a:pPr>
            <a:r>
              <a:rPr lang="en" sz="1200" u="sng">
                <a:solidFill>
                  <a:schemeClr val="dk2"/>
                </a:solidFill>
                <a:latin typeface="Arial"/>
                <a:ea typeface="Arial"/>
                <a:cs typeface="Arial"/>
                <a:sym typeface="Arial"/>
                <a:hlinkClick r:id="rId5">
                  <a:extLst>
                    <a:ext uri="{A12FA001-AC4F-418D-AE19-62706E023703}">
                      <ahyp:hlinkClr val="tx"/>
                    </a:ext>
                  </a:extLst>
                </a:hlinkClick>
              </a:rPr>
              <a:t>https://commentairecompose.fr/essais-montaigne-des-cannibales-des-coches/</a:t>
            </a:r>
            <a:endParaRPr sz="1200">
              <a:solidFill>
                <a:schemeClr val="dk2"/>
              </a:solidFill>
              <a:latin typeface="Arial"/>
              <a:ea typeface="Arial"/>
              <a:cs typeface="Arial"/>
              <a:sym typeface="Arial"/>
            </a:endParaRPr>
          </a:p>
          <a:p>
            <a:pPr indent="0" lvl="0" marL="0" rtl="0" algn="l">
              <a:lnSpc>
                <a:spcPct val="150000"/>
              </a:lnSpc>
              <a:spcBef>
                <a:spcPts val="0"/>
              </a:spcBef>
              <a:spcAft>
                <a:spcPts val="0"/>
              </a:spcAft>
              <a:buNone/>
            </a:pPr>
            <a:r>
              <a:rPr lang="en" sz="1200" u="sng">
                <a:solidFill>
                  <a:schemeClr val="dk2"/>
                </a:solidFill>
                <a:latin typeface="Arial"/>
                <a:ea typeface="Arial"/>
                <a:cs typeface="Arial"/>
                <a:sym typeface="Arial"/>
                <a:hlinkClick r:id="rId6">
                  <a:extLst>
                    <a:ext uri="{A12FA001-AC4F-418D-AE19-62706E023703}">
                      <ahyp:hlinkClr val="tx"/>
                    </a:ext>
                  </a:extLst>
                </a:hlinkClick>
              </a:rPr>
              <a:t>https://cotentinghislaine.wixsite.com/aimerlalitterature/montaigne-coches-cannibales</a:t>
            </a:r>
            <a:endParaRPr sz="1200">
              <a:solidFill>
                <a:schemeClr val="dk2"/>
              </a:solidFill>
              <a:latin typeface="Arial"/>
              <a:ea typeface="Arial"/>
              <a:cs typeface="Arial"/>
              <a:sym typeface="Arial"/>
            </a:endParaRPr>
          </a:p>
          <a:p>
            <a:pPr indent="0" lvl="0" marL="0" rtl="0" algn="l">
              <a:lnSpc>
                <a:spcPct val="150000"/>
              </a:lnSpc>
              <a:spcBef>
                <a:spcPts val="0"/>
              </a:spcBef>
              <a:spcAft>
                <a:spcPts val="0"/>
              </a:spcAft>
              <a:buNone/>
            </a:pPr>
            <a:r>
              <a:rPr lang="en" sz="1200" u="sng">
                <a:solidFill>
                  <a:schemeClr val="dk2"/>
                </a:solidFill>
                <a:latin typeface="Arial"/>
                <a:ea typeface="Arial"/>
                <a:cs typeface="Arial"/>
                <a:sym typeface="Arial"/>
                <a:hlinkClick r:id="rId7">
                  <a:extLst>
                    <a:ext uri="{A12FA001-AC4F-418D-AE19-62706E023703}">
                      <ahyp:hlinkClr val="tx"/>
                    </a:ext>
                  </a:extLst>
                </a:hlinkClick>
              </a:rPr>
              <a:t>https://www.britannica.com/art/noble-savage</a:t>
            </a:r>
            <a:endParaRPr sz="1200">
              <a:solidFill>
                <a:schemeClr val="dk2"/>
              </a:solidFill>
              <a:latin typeface="Arial"/>
              <a:ea typeface="Arial"/>
              <a:cs typeface="Arial"/>
              <a:sym typeface="Arial"/>
            </a:endParaRPr>
          </a:p>
          <a:p>
            <a:pPr indent="0" lvl="0" marL="0" rtl="0" algn="l">
              <a:lnSpc>
                <a:spcPct val="150000"/>
              </a:lnSpc>
              <a:spcBef>
                <a:spcPts val="0"/>
              </a:spcBef>
              <a:spcAft>
                <a:spcPts val="0"/>
              </a:spcAft>
              <a:buNone/>
            </a:pPr>
            <a:r>
              <a:rPr lang="en" sz="1200" u="sng">
                <a:solidFill>
                  <a:schemeClr val="dk2"/>
                </a:solidFill>
                <a:latin typeface="Arial"/>
                <a:ea typeface="Arial"/>
                <a:cs typeface="Arial"/>
                <a:sym typeface="Arial"/>
                <a:hlinkClick r:id="rId8">
                  <a:extLst>
                    <a:ext uri="{A12FA001-AC4F-418D-AE19-62706E023703}">
                      <ahyp:hlinkClr val="tx"/>
                    </a:ext>
                  </a:extLst>
                </a:hlinkClick>
              </a:rPr>
              <a:t>http://i-voix.net/2019/10/ethnologie-la-barbarie-vue-par-montaigne.html</a:t>
            </a:r>
            <a:endParaRPr sz="1200">
              <a:solidFill>
                <a:schemeClr val="dk2"/>
              </a:solidFill>
              <a:latin typeface="Arial"/>
              <a:ea typeface="Arial"/>
              <a:cs typeface="Arial"/>
              <a:sym typeface="Arial"/>
            </a:endParaRPr>
          </a:p>
          <a:p>
            <a:pPr indent="0" lvl="0" marL="0" rtl="0" algn="l">
              <a:lnSpc>
                <a:spcPct val="150000"/>
              </a:lnSpc>
              <a:spcBef>
                <a:spcPts val="0"/>
              </a:spcBef>
              <a:spcAft>
                <a:spcPts val="0"/>
              </a:spcAft>
              <a:buNone/>
            </a:pPr>
            <a:r>
              <a:rPr lang="en" sz="1200" u="sng">
                <a:solidFill>
                  <a:schemeClr val="dk2"/>
                </a:solidFill>
                <a:latin typeface="Arial"/>
                <a:ea typeface="Arial"/>
                <a:cs typeface="Arial"/>
                <a:sym typeface="Arial"/>
                <a:hlinkClick r:id="rId9">
                  <a:extLst>
                    <a:ext uri="{A12FA001-AC4F-418D-AE19-62706E023703}">
                      <ahyp:hlinkClr val="tx"/>
                    </a:ext>
                  </a:extLst>
                </a:hlinkClick>
              </a:rPr>
              <a:t>https://www.assistancescolaire.com/eleve/1re/francais/reviser-le-cours/1_fra_22</a:t>
            </a:r>
            <a:endParaRPr sz="1200">
              <a:solidFill>
                <a:schemeClr val="dk2"/>
              </a:solidFill>
              <a:latin typeface="Arial"/>
              <a:ea typeface="Arial"/>
              <a:cs typeface="Arial"/>
              <a:sym typeface="Arial"/>
            </a:endParaRPr>
          </a:p>
          <a:p>
            <a:pPr indent="0" lvl="0" marL="0" rtl="0" algn="l">
              <a:lnSpc>
                <a:spcPct val="150000"/>
              </a:lnSpc>
              <a:spcBef>
                <a:spcPts val="0"/>
              </a:spcBef>
              <a:spcAft>
                <a:spcPts val="0"/>
              </a:spcAft>
              <a:buNone/>
            </a:pPr>
            <a:r>
              <a:rPr lang="en" sz="1200">
                <a:solidFill>
                  <a:schemeClr val="dk2"/>
                </a:solidFill>
                <a:latin typeface="Arial"/>
                <a:ea typeface="Arial"/>
                <a:cs typeface="Arial"/>
                <a:sym typeface="Arial"/>
              </a:rPr>
              <a:t>Les essaies « De Cannibales » et « De coches »</a:t>
            </a:r>
            <a:endParaRPr sz="1200">
              <a:solidFill>
                <a:schemeClr val="dk2"/>
              </a:solidFill>
              <a:latin typeface="Arial"/>
              <a:ea typeface="Arial"/>
              <a:cs typeface="Arial"/>
              <a:sym typeface="Arial"/>
            </a:endParaRPr>
          </a:p>
          <a:p>
            <a:pPr indent="0" lvl="0" marL="0" rtl="0" algn="l">
              <a:spcBef>
                <a:spcPts val="600"/>
              </a:spcBef>
              <a:spcAft>
                <a:spcPts val="0"/>
              </a:spcAft>
              <a:buNone/>
            </a:pPr>
            <a:r>
              <a:t/>
            </a:r>
            <a:endParaRPr sz="2000"/>
          </a:p>
        </p:txBody>
      </p:sp>
      <p:sp>
        <p:nvSpPr>
          <p:cNvPr id="179" name="Google Shape;179;p27"/>
          <p:cNvSpPr txBox="1"/>
          <p:nvPr>
            <p:ph idx="12" type="sldNum"/>
          </p:nvPr>
        </p:nvSpPr>
        <p:spPr>
          <a:xfrm>
            <a:off x="4297650" y="4749901"/>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180" name="Google Shape;180;p27"/>
          <p:cNvPicPr preferRelativeResize="0"/>
          <p:nvPr/>
        </p:nvPicPr>
        <p:blipFill rotWithShape="1">
          <a:blip r:embed="rId10">
            <a:alphaModFix/>
          </a:blip>
          <a:srcRect b="60574" l="51119" r="38545" t="37096"/>
          <a:stretch/>
        </p:blipFill>
        <p:spPr>
          <a:xfrm>
            <a:off x="4189458" y="1379201"/>
            <a:ext cx="765077" cy="11982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olabella template">
  <a:themeElements>
    <a:clrScheme name="Custom 347">
      <a:dk1>
        <a:srgbClr val="403228"/>
      </a:dk1>
      <a:lt1>
        <a:srgbClr val="FFFFFF"/>
      </a:lt1>
      <a:dk2>
        <a:srgbClr val="926940"/>
      </a:dk2>
      <a:lt2>
        <a:srgbClr val="F3EFEA"/>
      </a:lt2>
      <a:accent1>
        <a:srgbClr val="261408"/>
      </a:accent1>
      <a:accent2>
        <a:srgbClr val="8E5025"/>
      </a:accent2>
      <a:accent3>
        <a:srgbClr val="B68C68"/>
      </a:accent3>
      <a:accent4>
        <a:srgbClr val="E8DAC2"/>
      </a:accent4>
      <a:accent5>
        <a:srgbClr val="8E2525"/>
      </a:accent5>
      <a:accent6>
        <a:srgbClr val="B67068"/>
      </a:accent6>
      <a:hlink>
        <a:srgbClr val="40322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